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7" autoAdjust="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8T07:58:24.48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8T07:58:54.53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1203,'4'0,"6"-4,0-5,4-6,2-4,8-3,-1-1,0 2,0 2,0 3,-4-3,4 1,1 0,5-5,6-4,4 0,1 0,-3 5,-4 5,-3 7,-7 0,-3 2,7 3,8 1,5-1,8-2,1 2,-5 1,-1-2,-4-5,-5-1,-3 3,-8-2,0 1,6 2,0 3,5-2,0 0,2 1,0-2,-3-4,-3 0,-2 2,-2 3,-1-1,3 0,13-3,4-2,2-5,-2 2,-6-1,-4-1,-5 2,-7-1,-4 4,0 3,-5-1,1 2,1-1,2-4,-2-3,1 1,-3-1,0-1,2-2,2-2,2 4,-2 0,-4-1,-1 3,2 4,-2 0,2 2,-3-1,1 1,-1-2,-4-3,2 1,-1 0,2 0,-1 0,2 3,-1-2,-2-3,1 2,-1-1,1-2,5 2,-2-1,-2 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05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56 116 24575,'0'-6'0,"1"0"0,-1 0 0,1 0 0,1 0 0,-1 0 0,5-9 0,-6 13 0,1 0 0,0 0 0,0 1 0,0-1 0,0 0 0,0 0 0,0 0 0,0 1 0,1-1 0,-1 1 0,0-1 0,1 1 0,0 0 0,-1-1 0,1 1 0,0 0 0,-1 0 0,1 0 0,0 0 0,0 0 0,0 1 0,2-1 0,-3 1 0,0 0 0,0 0 0,0 0 0,0 0 0,0 0 0,0 1 0,0-1 0,0 0 0,0 1 0,0-1 0,0 1 0,0-1 0,0 1 0,0 0 0,0-1 0,-1 1 0,1 0 0,0-1 0,0 1 0,-1 0 0,1 0 0,0 0 0,-1 0 0,1 0 0,-1 0 0,1-1 0,-1 1 0,0 0 0,1 0 0,-1 1 0,0-1 0,0 0 0,0 0 0,0 0 0,0 0 0,0 0 0,0 0 0,0 0 0,0 0 0,-1 2 0,1 2 0,0 0 0,-1 1 0,0-1 0,0 0 0,0 0 0,-4 9 0,3-10 0,-1 1 0,0-1 0,0 0 0,-1 0 0,1-1 0,-1 1 0,0-1 0,0 1 0,0-1 0,0-1 0,-8 5 0,10-6 0,-1 1 0,1-1 0,0 0 0,0 0 0,-1 0 0,1-1 0,0 1 0,-1-1 0,1 1 0,-1-1 0,1 0 0,-1 0 0,1 0 0,-1 0 0,1 0 0,-1-1 0,1 1 0,0-1 0,-1 1 0,1-1 0,0 0 0,-1 0 0,1 0 0,0 0 0,-3-3 0,5 5 0,1-1 0,-1 0 0,1 0 0,-1 0 0,1 0 0,-1 0 0,1 0 0,-1 0 0,1 0 0,-1 0 0,1 0 0,-1 0 0,0 0 0,1 0 0,-1-1 0,1 1 0,-1 0 0,1 0 0,-1 0 0,1-1 0,-1 1 0,0 0 0,1 0 0,-1-1 0,1 1 0,-1-1 0,0 1 0,1 0 0,-1-1 0,0 1 0,0-1 0,1 1 0,-1 0 0,0-1 0,0 1 0,0-1 0,1 1 0,-1-1 0,0 1 0,0-1 0,0 1 0,0-1 0,0 1 0,0-1 0,0 1 0,0-1 0,0 1 0,0-1 0,0 1 0,-1-1 0,-1-7 0,1 1 0,-1-1 0,1 0 0,1 0 0,-1 1 0,1-1 0,1 0 0,1-13 0,-2 18 0,1 1 0,-1-1 0,0 1 0,1-1 0,0 1 0,-1 0 0,1-1 0,0 1 0,0 0 0,0-1 0,0 1 0,1 0 0,-1 0 0,1 0 0,-1 0 0,1 0 0,0 1 0,-1-1 0,1 0 0,0 1 0,0-1 0,0 1 0,0 0 0,1 0 0,-1 0 0,0 0 0,1 0 0,-1 0 0,0 0 0,1 1 0,-1-1 0,1 1 0,-1 0 0,3 0 0,-2 0 0,-1 1 0,1 0 0,-1-1 0,1 1 0,-1 0 0,1 0 0,-1 1 0,0-1 0,0 0 0,0 1 0,1-1 0,-1 1 0,-1 0 0,1 0 0,0 0 0,0 0 0,-1 0 0,1 0 0,-1 0 0,0 0 0,1 1 0,-1-1 0,0 0 0,0 1 0,-1-1 0,1 1 0,0-1 0,-1 1 0,0-1 0,1 1 0,-1 0 0,0-1 0,-1 4 0,0-16 0,-2-15 0,3 25 0,0-1 0,0 0 0,0 0 0,1 1 0,-1-1 0,0 0 0,1 0 0,-1 1 0,0-1 0,1 0 0,-1 1 0,1-1 0,-1 1 0,1-1 0,-1 1 0,1-1 0,-1 1 0,1-1 0,0 1 0,-1-1 0,1 1 0,0 0 0,-1-1 0,1 1 0,0 0 0,0-1 0,-1 1 0,1 0 0,0 0 0,0 0 0,-1 0 0,1 0 0,1 0 0,1 0 0,1 0 0,-1 1 0,1 0 0,-1-1 0,0 1 0,1 1 0,-1-1 0,0 0 0,0 1 0,0-1 0,0 1 0,3 2 0,-4-3 0,0 0 0,-1 0 0,1 1 0,-1-1 0,1 0 0,-1 0 0,0 1 0,1-1 0,-1 1 0,0-1 0,0 1 0,0 0 0,0-1 0,0 1 0,-1 0 0,1 0 0,0-1 0,-1 1 0,1 0 0,-1 0 0,0 0 0,1 3 0,-6 1 0,-1-14 0,-3-14 0,9 2 0,0 20 0,0 0 0,0 0 0,0 0 0,0 0 0,0 0 0,0 0 0,0-1 0,0 1 0,0 0 0,0 0 0,0 0 0,1 0 0,-1 0 0,0 0 0,0 0 0,0 0 0,0 0 0,0-1 0,0 1 0,0 0 0,0 0 0,0 0 0,1 0 0,-1 0 0,0 0 0,0 0 0,0 0 0,0 0 0,0 0 0,0 0 0,0 0 0,1 0 0,-1 0 0,0 0 0,0 0 0,0 0 0,0 0 0,0 0 0,0 0 0,1 0 0,-1 0 0,0 0 0,0 0 0,0 0 0,0 0 0,0 0 0,0 0 0,0 0 0,0 1 0,1-1 0,-1 0 0,0 0 0,0 0 0,0 0 0,0 0 0,0 0 0,0 0 0,0 0 0,1 2 0,0 0 0,0 0 0,0 0 0,0 0 0,-1 0 0,1 0 0,-1 0 0,0 0 0,1 1 0,-1-1 0,0 0 0,0 0 0,0 0 0,-1 4 0,0-1-105,1-1 0,-1 0 0,0 1 0,-1-1 0,1 0 0,-1 0 0,0 0 0,1 0 0,-2 0 0,1 0 0,0 0 0,-6 5 0,-6 3-6721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1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1032 24575,'189'-15'0,"927"4"-154,-752 12-765,-143 0 792,704-11-230,-2-73 251,-787 67-595,0 5 1,232 13 0,269 59-2116,-467-41 2612,56 6-1126,1391 120 9444,-1300-133-8155,780 40-560,-816-33 590,182 10 664,1447 7-1227,-1495-62 574,-278 14 0,587-4 489,-496 16-531,506 1-185,1243-11-185,-1516-1 257,913-26-1367,-8-64 438,-343 17 722,19 72-380,45-2 525,0-60 89,-443-18 256,286-26-14,119 71 97,78-6-128,360-130 322,-755 93 759,-138 22 105,-11-47-652,-546 104-423,-1-2 0,0-1 0,-1-2 0,55-31 1,-75 40-194,1 0 1,0 1-1,-1 1 1,2 0 0,-1 1-1,0 1 1,1 1 0,17 0-1,852-3-1,-448 6 0,-313-12 0,-19-1 0,282 8-316,-311 3-733,1 0-5777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2:5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0 171 24575,'266'-81'0,"-231"72"0,70-9 0,-49 10 0,87-15 0,-101 18 0,63 1 0,-66 5 0,-1-3 0,46-7 0,-50 3 0,0 3 0,0 0 0,0 2 0,44 5 0,-77-4 0,1 0 0,0 0 0,-1 0 0,1 0 0,-1 0 0,1 0 0,-1 1 0,1-1 0,-1 1 0,1-1 0,-1 1 0,1-1 0,-1 1 0,1 0 0,-1 0 0,0 0 0,0 0 0,1 0 0,-1 0 0,0 0 0,0 0 0,0 0 0,0 1 0,0-1 0,0 0 0,-1 1 0,2 1 0,-2 0 0,0 0 0,0 0 0,0 0 0,0-1 0,0 1 0,-1 0 0,1-1 0,-1 1 0,0 0 0,0-1 0,0 1 0,0-1 0,0 1 0,-3 2 0,-6 11 0,0-1 0,-2-1 0,-19 20 0,-35 30-1365,37-39-5461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3:0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671 337 24575,'-18'-1'0,"0"-2"0,1 0 0,-34-10 0,4 1 0,0 5 0,0 2 0,-87 2 0,77 3 0,1045 0 0,-987 0 0,7 1 0,1-1 0,0 0 0,0-1 0,-1 0 0,1 0 0,-1-1 0,1 0 0,-1 0 0,10-5 0,-18 7 0,0 0 0,0 0 0,1 0 0,-1 0 0,0 0 0,0-1 0,0 1 0,0 0 0,0 0 0,0 0 0,0 0 0,0 0 0,0-1 0,0 1 0,0 0 0,0 0 0,0 0 0,0 0 0,0 0 0,0-1 0,0 1 0,0 0 0,0 0 0,0 0 0,0 0 0,0 0 0,0 0 0,0-1 0,0 1 0,-1 0 0,1 0 0,0 0 0,0 0 0,0 0 0,0 0 0,0 0 0,0-1 0,0 1 0,0 0 0,-1 0 0,1 0 0,0 0 0,0 0 0,0 0 0,0 0 0,0 0 0,-1 0 0,1 0 0,0 0 0,0 0 0,0 0 0,0 0 0,0 0 0,-1 0 0,1 0 0,0 0 0,0 0 0,0 0 0,0 0 0,0 0 0,0 0 0,-1 0 0,1 0 0,0 0 0,0 0 0,-16-2 0,-457-3 0,272 7 0,117-1 0,-142-6 0,217 4 0,0-1 0,0 1 0,0-1 0,-12-5 0,20 7 0,1 0 0,-1 0 0,0-1 0,0 1 0,1 0 0,-1-1 0,0 1 0,1-1 0,-1 1 0,1-1 0,-1 1 0,0-1 0,1 1 0,-1-1 0,1 0 0,-1 1 0,1-1 0,0 0 0,-1 0 0,1 1 0,0-1 0,-1-1 0,1 1 0,1 0 0,-1 0 0,1 0 0,-1-1 0,1 1 0,-1 0 0,1 0 0,-1 0 0,1 0 0,0 0 0,0 0 0,-1 1 0,1-1 0,0 0 0,0 0 0,0 1 0,0-1 0,0 0 0,0 1 0,2-2 0,10-5 0,0 1 0,0 0 0,0 1 0,1 0 0,0 1 0,0 1 0,1 0 0,16-1 0,124-1 0,-114 5 0,-27 0 0,31-1 0,-1 2 0,67 11 0,-108-12 0,-1 1 0,0-1 0,1 1 0,-1-1 0,0 1 0,1 0 0,-1 0 0,0 0 0,0 0 0,0 0 0,4 3 0,-6-3 0,0-1 0,0 0 0,0 1 0,1-1 0,-1 1 0,0-1 0,0 0 0,0 1 0,0-1 0,0 1 0,0-1 0,0 0 0,0 1 0,0-1 0,0 1 0,0-1 0,0 1 0,0-1 0,0 0 0,0 1 0,0-1 0,-1 1 0,1-1 0,0 0 0,0 1 0,0-1 0,-1 0 0,1 1 0,0-1 0,0 0 0,-1 1 0,1-1 0,0 0 0,-1 0 0,1 1 0,0-1 0,-1 0 0,1 1 0,-6 2 0,1 0 0,-1-1 0,0 1 0,0-1 0,0 0 0,0 0 0,0-1 0,-9 2 0,-139 10 0,-206-8 0,260-6 0,64 2 0,24 1 0,1-2 0,-1 1 0,1-2 0,0 1 0,-1-1 0,1-1 0,0 0 0,-22-8 0,33 10 0,0 0 0,0 0 0,0 0 0,-1 0 0,1-1 0,0 1 0,0 0 0,0 0 0,0-1 0,-1 1 0,1 0 0,0 0 0,0-1 0,0 1 0,0 0 0,0 0 0,0-1 0,0 1 0,0 0 0,0 0 0,0-1 0,0 1 0,0 0 0,0 0 0,0-1 0,0 1 0,0 0 0,0-1 0,0 1 0,0 0 0,0 0 0,0-1 0,0 1 0,1 0 0,-1 0 0,0-1 0,0 1 0,0 0 0,0 0 0,1 0 0,-1-1 0,0 1 0,0 0 0,0 0 0,1 0 0,-1 0 0,0 0 0,0-1 0,1 1 0,-1 0 0,0 0 0,0 0 0,1 0 0,-1 0 0,0 0 0,1 0 0,-1 0 0,0 0 0,0 0 0,1 0 0,-1 0 0,23-8 0,34-5 0,0 2 0,88-4 0,121 9 0,-210 5 0,-8 2 0,-38-1 0,-30 1 0,-59 0 0,-214-2 0,252-7 0,41 8 0,0 0 0,0 0 0,0 0 0,0-1 0,-1 1 0,1 0 0,0 0 0,0 0 0,0 0 0,0 0 0,0 0 0,0 0 0,-1 0 0,1 0 0,0 0 0,0-1 0,0 1 0,0 0 0,0 0 0,0 0 0,0 0 0,0 0 0,0-1 0,0 1 0,0 0 0,0 0 0,-1 0 0,1 0 0,0 0 0,0-1 0,0 1 0,0 0 0,0 0 0,0 0 0,0 0 0,0 0 0,1-1 0,-1 1 0,0 0 0,0 0 0,0 0 0,0 0 0,0 0 0,0-1 0,0 1 0,0 0 0,0 0 0,0 0 0,0 0 0,0 0 0,1 0 0,-1 0 0,0 0 0,0-1 0,0 1 0,0 0 0,23-6 0,126-16 0,-280 16 0,-88 6 0,216 0 0,1 1 0,0-1 0,0-1 0,0 1 0,0 0 0,0 0 0,0-1 0,0 1 0,0-1 0,0 0 0,0 0 0,-3-1 0,4 1 0,1 1 0,0 0 0,0-1 0,0 1 0,0-1 0,0 1 0,0 0 0,0-1 0,0 1 0,0-1 0,0 1 0,0-1 0,0 1 0,0 0 0,0-1 0,0 1 0,0-1 0,1 1 0,-1 0 0,0-1 0,0 1 0,0 0 0,1-1 0,-1 1 0,0 0 0,0-1 0,1 1 0,-1 0 0,0 0 0,1-1 0,-1 1 0,0 0 0,1 0 0,-1-1 0,1 1 0,-1 0 0,53-26 0,142-33 0,-156 48 0,-32 8 0,-21 2 0,-27 4 0,-187 34 0,285-44 0,0 2 0,0 2 0,1 3 0,80 10 0,-131-9 0,1 1 0,-1 1 0,0-1 0,0 1 0,11 6 0,-17-9 0,0 1 0,0-1 0,0 1 0,0 0 0,-1-1 0,1 1 0,0 0 0,-1-1 0,1 1 0,0 0 0,-1 0 0,1 0 0,-1-1 0,1 1 0,-1 0 0,1 0 0,-1 0 0,0 0 0,0 0 0,1 1 0,-1 0 0,-1-1 0,1 0 0,-1 0 0,1 1 0,-1-1 0,1 0 0,-1 0 0,0 0 0,1 1 0,-1-1 0,0 0 0,0 0 0,0 0 0,0 0 0,0-1 0,0 1 0,0 0 0,0 0 0,-3 1 0,3-2 0,-1 1 0,1 0 0,-1 0 0,0 0 0,1 0 0,0 0 0,-1 0 0,1 1 0,0-1 0,-1 0 0,1 1 0,0-1 0,0 0 0,0 1 0,0 0 0,0-1 0,1 1 0,-1 0 0,0 2 0,2-2 0,0-1 0,0 0 0,0 1 0,0-1 0,1 0 0,-1 0 0,0 0 0,1 0 0,-1 0 0,1 0 0,0-1 0,-1 1 0,1 0 0,-1-1 0,1 1 0,0-1 0,0 1 0,-1-1 0,1 0 0,0 0 0,-1 0 0,4 0 0,54 5 0,0-2 0,98-9 0,-74 2 0,51-2 0,239-3 0,-371 9 0,1 0 0,-1 0 0,1 0 0,-1 0 0,1 0 0,-1 1 0,0-1 0,1 1 0,-1 0 0,0-1 0,4 3 0,-6-2 0,0-1 0,0 1 0,0-1 0,0 1 0,0-1 0,-1 1 0,1-1 0,0 0 0,0 1 0,0-1 0,-1 1 0,1-1 0,0 1 0,-1-1 0,1 0 0,0 1 0,-1-1 0,1 0 0,-1 1 0,1-1 0,-1 0 0,1 1 0,0-1 0,-1 0 0,1 0 0,-1 0 0,1 0 0,-1 1 0,1-1 0,-1 0 0,0 0 0,-62 21 0,57-20 0,-24 7 0,7-2 0,1 0 0,-31 15 0,52-21 0,1-1 0,0 1 0,0 0 0,0 0 0,0 0 0,-1 0 0,1 0 0,0 0 0,0 0 0,0 0 0,0 0 0,-1 0 0,1 0 0,0 0 0,0 0 0,0 1 0,0-1 0,0 0 0,-1 0 0,1 0 0,0 0 0,0 0 0,0 0 0,0 0 0,0 0 0,-1 0 0,1 1 0,0-1 0,0 0 0,0 0 0,0 0 0,0 0 0,0 0 0,0 1 0,0-1 0,-1 0 0,1 0 0,0 0 0,0 0 0,0 0 0,0 1 0,0-1 0,0 0 0,0 0 0,0 0 0,0 0 0,0 1 0,0-1 0,0 0 0,0 0 0,0 0 0,0 0 0,1 1 0,-1-1 0,0 0 0,0 0 0,0 0 0,0 0 0,0 1 0,15 1 0,25-5 0,56-8 0,118-29 0,-200 34 0,-25 2 0,-29 1 0,-76 10 0,-139 27 0,198-22 0,43-9 0,-1 1 0,0-2 0,0 0 0,0-1 0,-17 0 0,26-2 0,1 0 0,-1 0 0,1 0 0,0-1 0,0 0 0,-1 0 0,1 0 0,1 0 0,-1-1 0,0 0 0,1 0 0,-1 0 0,1-1 0,0 1 0,0-1 0,0 0 0,1 0 0,-5-6 0,6 5 0,-1 1 0,0 0 0,0 0 0,0 0 0,0 1 0,0-1 0,-1 1 0,0 0 0,0-1 0,0 2 0,0-1 0,0 0 0,0 1 0,-1 0 0,1 0 0,-1 0 0,1 1 0,-1-1 0,0 1 0,0 0 0,0 1 0,1-1 0,-8 1 0,-42-6 0,-83-18 0,120 20 0,16 3-30,0 1 0,1 0-1,-1-1 1,0 1 0,0 0-1,0 0 1,0-1 0,1 1-1,-1 0 1,0 0 0,0 0-1,0 0 1,0 0 0,0 0-1,0 0 1,1 1-1,-1-1 1,0 0 0,0 0-1,0 1 1,0-1 0,1 0-1,-1 1 1,0-1 0,0 1-1,1-1 1,-1 1 0,0-1-1,1 1 1,-1 0 0,1-1-1,-1 1 1,1 0 0,-1-1-1,1 1 1,-1 0 0,1 0-1,-1-1 1,1 1 0,0 0-1,0 0 1,-1 0 0,1 0-1,0 1 1,-1 11-6796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8:59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1364 24575,'0'-10'0,"0"0"0,0 0 0,1 0 0,0 0 0,1 1 0,0-1 0,0 0 0,1 1 0,1 0 0,0 0 0,0 0 0,0 0 0,1 0 0,0 1 0,1 0 0,0 0 0,12-12 0,44-43 0,-45 44 0,1 0 0,0 1 0,1 1 0,1 1 0,0 1 0,1 1 0,35-18 0,-4 14 0,0 3 0,1 2 0,0 2 0,74-6 0,-80 11 0,141-4 0,-133 10 0,-1-3 0,72-12 0,-104 8 0,-1 0 0,0-1 0,38-20 0,2-1 0,7 0 0,-2-4 0,77-48 0,112-56 0,-169 96 0,110-72 0,-183 106 0,-1-2 0,0 0 0,0 0 0,-1-1 0,0 0 0,0-1 0,-1 0 0,-1-1 0,11-17 0,-6 2 0,0 0 0,-3-1 0,0 0 0,-1-1 0,-2-1 0,4-30 0,-10 54-1365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01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1395 24575,'8'-1'0,"1"0"0,-1-1 0,1 0 0,-1 0 0,0-1 0,1 0 0,9-6 0,-8 5 0,0-1 0,0 2 0,1-1 0,17-2 0,151-6 0,-119 11 0,0-3 0,96-19 0,-54 2 0,1 4 0,0 5 0,161 2 0,-247 9 0,1-1 0,-1-1 0,0 0 0,0-1 0,24-9 0,39-9 0,163-19 0,60-12 0,-175 25 0,-1-6 0,189-79 0,264-103 0,-471 184 0,146-23 0,-148 36 0,168-55 0,-19-41 0,-15 7 0,-6 34 0,-219 70 0,0-1 0,0-1 0,0 0 0,-1-1 0,0-1 0,17-11 0,0-5 0,42-40 0,31-20-1365,-87 71-5461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0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884 1151 24575,'-1'-3'0,"0"0"0,-1 0 0,0 0 0,1 0 0,-1 1 0,0-1 0,0 0 0,0 1 0,-1 0 0,1 0 0,0-1 0,-1 1 0,-3-2 0,-7-7 0,-216-228 0,211 220 0,0-1 0,1-1 0,0 0 0,2-1 0,-23-46 0,18 24 0,2-2 0,-15-61 0,30 95 0,0 1 0,-1 0 0,0 0 0,-1 0 0,0 0 0,0 1 0,-1 0 0,-1 0 0,0 0 0,0 1 0,-1 0 0,0 1 0,-14-13 0,5 7 0,0 0 0,1-2 0,0 0 0,2 0 0,0-2 0,-12-18 0,-30-36 0,-41-39 0,94 108-170,0 0-1,-1 1 0,1-1 1,0 1-1,-1 0 0,1 0 1,-7-3-1,-7 0-6655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04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1439 0 24575,'0'17'0,"-2"1"0,0-1 0,-1 0 0,-1 0 0,0 0 0,-1-1 0,-1 0 0,-1 0 0,0 0 0,-1 0 0,-1-1 0,0-1 0,-17 21 0,-13 10 0,-2-2 0,-74 60 0,64-59 0,-58 48 0,49-43 0,-105 109 0,136-127 0,-1-3 0,-1 0 0,-1-2 0,-2-1 0,-1-2 0,-61 32 0,11-15 0,-166 53 0,232-87-273,-2-1 0,1 0 0,0-2 0,-22 1 0,21-3-6553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06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24575,'93'11'0,"-30"-3"0,668 114 0,-7 60 0,-654-163 0,511 182 0,-122-35 0,623 129 0,-983-277-50,-62-13-213,-1 1 0,1 3 0,-1 0 0,54 24 0,-72-24-6563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0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24575,'5'2'0,"-1"-1"0,0 0 0,0 1 0,0-1 0,-1 1 0,1 0 0,0 1 0,-1-1 0,1 1 0,-1-1 0,0 1 0,6 6 0,7 5 0,56 34 0,112 57 0,31 19 0,-156-87 0,2-2 0,2-3 0,0-2 0,2-4 0,126 34 0,-178-57 0,-1 0 0,0 1 0,0 1 0,0-1 0,-1 2 0,0 0 0,0 0 0,0 1 0,-1 0 0,0 1 0,0 0 0,-1 1 0,0 0 0,9 11 0,-3-4 0,1 0 0,0-1 0,1 0 0,33 20 0,-34-24 0,0 0 0,-1 1 0,0 0 0,0 2 0,-2-1 0,18 24 0,-24-25 0,-2 0 0,0 0 0,0 0 0,-1 1 0,-1 0 0,0-1 0,-1 1 0,0 1 0,-1-1 0,0 0 0,-2 17 0,3 23 0,-1-50-57,-1 1 0,1-1 1,0 1-1,0-1 0,0 0 0,0 1 0,1-1 0,0 0 0,-1 0 0,1 0 1,0 0-1,0 0 0,1-1 0,-1 1 0,0 0 0,1-1 0,0 0 0,0 0 0,-1 0 1,1 0-1,0 0 0,1 0 0,3 1 0,9 2-6769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1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24575,'23'2'0,"0"1"0,0 1 0,-1 1 0,39 14 0,-1-2 0,113 23 0,-77-20 0,140 48 0,-162-42 0,2-4 0,99 15 0,159 7 0,-112-17 0,43 33 0,-44-8 0,340 34 0,-388-70 0,247-11 0,-128-5 0,-228 4 0,121 25 0,-62-6 0,11-3 0,834 121 0,-518-110 0,-92-12 0,-220-6 0,361 47 0,-475-55 0,0 2 0,0 1 0,-1 1 0,0 1 0,-1 1 0,42 27 0,23 12 0,-23-26 0,-56-22 0,0 0 0,0 1 0,0-1 0,0 2 0,-1-1 0,0 1 0,1 0 0,-1 0 0,-1 1 0,1 0 0,-1 1 0,0-1 0,6 7 0,3 4-136,1 0-1,0-2 1,1 0-1,1-1 1,0-1-1,0 0 1,1-1-1,1-2 0,25 10 1,-10-6-6690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12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24575,'14'2'0,"1"0"0,-1 1 0,1 1 0,-1 0 0,0 1 0,-1 0 0,18 10 0,13 4 0,81 25 0,1-6 0,2-5 0,247 30 0,-176-26 0,8 1 0,-14-17 0,365 52 0,379 109 0,-163-72 0,-144 15 0,-613-121 0,13 3 0,1 0 0,-1 1 0,41 17 0,-62-21 0,0 1 0,0 0 0,0 0 0,0 1 0,-1 0 0,0 1 0,0 0 0,-1 0 0,1 0 0,-2 1 0,9 12 0,66 94 0,-52-84 35,-24-26-190,-1 1-1,1 0 1,-1-1-1,0 1 0,0 1 1,0-1-1,-1 1 1,4 6-1,-2 4-6670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14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678 286 24575,'1'-14'0,"-2"-1"0,0 0 0,0 1 0,-2-1 0,0 0 0,0 1 0,-2 0 0,1 0 0,-2 0 0,0 1 0,0 0 0,-2 0 0,1 0 0,-2 1 0,1 0 0,-11-10 0,13 18 0,1 0 0,-1 0 0,0 1 0,0 0 0,0 0 0,0 0 0,-1 1 0,1 0 0,-1 0 0,-7-1 0,-71-6 0,78 8 0,-11 1 0,0 0 0,0 1 0,1 1 0,-1 0 0,0 1 0,1 1 0,-1 1 0,1 1 0,1 0 0,-1 1 0,1 1 0,0 0 0,1 1 0,-27 21 0,30-20 0,0 0 0,1 1 0,0 0 0,1 1 0,0 0 0,1 1 0,0 0 0,1 0 0,0 1 0,1 0 0,1 1 0,0-1 0,1 1 0,1 0 0,0 1 0,1-1 0,-1 23 0,2-9 0,2 1 0,1 0 0,2 0 0,1 0 0,1-1 0,1 1 0,2-1 0,1-1 0,16 35 0,-17-45 0,1 0 0,2-1 0,-1-1 0,2 0 0,0 0 0,1-1 0,1-1 0,0 0 0,0-1 0,2 0 0,0-1 0,0-1 0,1-1 0,35 17 0,-13-12 0,2-1 0,-1-2 0,2-2 0,-1-2 0,1-1 0,0-2 0,1-3 0,82-4 0,-103-2-1365,-6-2-5461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1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24575,'2'0'0,"0"1"0,0 0 0,0 0 0,0-1 0,0 1 0,-1 0 0,1 0 0,0 1 0,-1-1 0,1 0 0,-1 1 0,1-1 0,-1 0 0,0 1 0,0 0 0,0-1 0,1 1 0,-1 0 0,-1 0 0,2 2 0,20 47 0,-17-38 0,14 34 0,-3 1 0,-2 1 0,-2 0 0,-2 1 0,-3 0 0,-1 1 0,-3 80 0,-1-88 0,2 0 0,2-1 0,12 46 0,-5-27 0,-13-57 0,1-1 0,0 0 0,0 1 0,0-1 0,0 1 0,0-1 0,1 0 0,0 0 0,-1 0 0,1 0 0,1 0 0,-1 0 0,0 0 0,1-1 0,-1 1 0,1-1 0,0 1 0,-1-1 0,1 0 0,0 0 0,1-1 0,-1 1 0,0-1 0,0 1 0,1-1 0,-1 0 0,1 0 0,-1-1 0,1 1 0,-1-1 0,1 1 0,3-1 0,13-1 0,-1 0 0,0-2 0,1 0 0,33-11 0,-9 3 0,62-5-304,111-3-1,-177 16-451,34-1-6070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1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237 152 24575,'-14'17'0,"0"0"0,1 0 0,0 1 0,2 1 0,0 0 0,1 1 0,1 0 0,1 0 0,1 1 0,1 0 0,0 0 0,-3 33 0,0 24 0,4 0 0,6 89 0,0-101 0,-1-56 0,0 0 0,1 0 0,1 0 0,-1 0 0,2 0 0,-1 0 0,1-1 0,1 0 0,0 1 0,0-1 0,0 0 0,2-1 0,-1 1 0,1-1 0,0 0 0,0 0 0,1-1 0,0 0 0,1 0 0,-1-1 0,1 0 0,1 0 0,-1-1 0,1 0 0,0 0 0,0-1 0,0 0 0,19 5 0,23 8 0,1-3 0,101 16 0,-138-28 0,0-1 0,-1 0 0,1-1 0,0 0 0,-1-1 0,1-1 0,-1-1 0,0 0 0,1 0 0,-1-2 0,0 1 0,-1-2 0,0 0 0,1-1 0,20-14 0,-26 14 0,0-2 0,0 1 0,-1-1 0,0-1 0,0 1 0,-1-1 0,0 0 0,-1 0 0,0-1 0,-1 0 0,6-20 0,1-15 0,9-74 0,-14 78 0,5-41 0,-3 0 0,-4 0 0,-13-159 0,8 232 0,-1 0 0,0 0 0,-1 0 0,0 1 0,-1-1 0,1 1 0,-2 0 0,1 0 0,-1 0 0,-1 0 0,0 1 0,0 0 0,0 0 0,-1 1 0,0-1 0,-1 2 0,0-1 0,0 1 0,0 0 0,-1 1 0,1 0 0,-1 0 0,-1 1 0,1 0 0,-1 0 0,1 1 0,-16-3 0,-39-3 0,0 3 0,0 3 0,-95 6 0,78-1 0,68-1 0,0 0 0,0 0 0,0 1 0,0 1 0,0 0 0,1 1 0,-1 0 0,1 1 0,0 0 0,0 1 0,1 1 0,0-1 0,0 2 0,0 0 0,1 0 0,0 0 0,1 2 0,0-1 0,0 1 0,1 0 0,-11 20 0,4-1-1365,5-2-5461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1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 0 24575,'-66'4'0,"0"3"0,0 3 0,-103 29 0,158-36 0,-131 40 0,126-37 0,0 0 0,0 2 0,1 0 0,0 1 0,1 0 0,-20 17 0,31-25 0,1 1 0,0 0 0,1 0 0,-1 0 0,0 0 0,0 0 0,1 0 0,-1 0 0,1 1 0,0-1 0,0 0 0,0 1 0,0-1 0,0 1 0,0 0 0,1-1 0,-1 1 0,0 3 0,2-3 0,-1-1 0,1 0 0,-1 1 0,1-1 0,0 0 0,0 0 0,0 0 0,0 0 0,0 0 0,1 0 0,-1 0 0,0 0 0,1 0 0,0 0 0,-1-1 0,4 3 0,8 5 0,0-1 0,0 0 0,1-1 0,0-1 0,16 5 0,-22-8 0,362 113 0,-139-49 0,-217-63 0,0 1 0,0 0 0,0 1 0,-1 1 0,20 13 0,-29-17 0,0 0 0,0 1 0,0-1 0,-1 1 0,1 0 0,-1 0 0,0 0 0,0 1 0,-1-1 0,1 1 0,-1-1 0,0 1 0,0 0 0,-1 0 0,1 0 0,-1 0 0,0 0 0,0 10 0,0 34 0,-9 74 0,-1 9 0,9-128 0,-1 0 0,0 0 0,1 0 0,-2 0 0,1 0 0,0-1 0,-1 1 0,1 0 0,-1-1 0,0 1 0,-1-1 0,1 0 0,0 0 0,-1 0 0,0 0 0,0 0 0,0 0 0,0-1 0,0 0 0,0 1 0,0-1 0,-1 0 0,0 0 0,1-1 0,-1 1 0,0-1 0,-4 1 0,-15 5 0,0-1 0,0-1 0,-33 2 0,44-6 0,-30 5 0,-1-2 0,0-2 0,0-2 0,0-1 0,0-3 0,-46-9 0,65 4-65,23 9 68,1 0-1,0 0 1,0 0 0,0 0-1,0-1 1,0 1-1,0 0 1,-1 0 0,1 0-1,0 0 1,0 0-1,0 0 1,0 0 0,0 0-1,0-1 1,0 1 0,0 0-1,0 0 1,0 0-1,-1 0 1,1 0 0,0 0-1,0-1 1,0 1-1,0 0 1,0 0 0,0 0-1,0 0 1,0 0-1,0-1 1,0 1 0,0 0-1,0 0 1,0 0 0,0 0-1,0 0 1,0-1-1,0 1 1,1 0 0,-1 0-1,0 0 1,0 0-1,0 0 1,0 0 0,0 0-1,0-1 1,0 1-1,0 0 1,0 0 0,0 0-1,1 0 1,-1 0 0,0 0-1,0 0 1,0 0-1,0 0 1,0 0 0,1 0-1,-1-1 1,0 1-1,0 0 1,43-4-1465,-3 6-5364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19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24575,'676'39'11,"-253"-7"-142,645-4-472,-1224-31-160,95 3-5942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2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24575,'0'-4'0,"8"-1"0,7 0 0,9-4 0,12 1 0,13-3 0,10-4 0,3-3 0,-5-3 0,-16 7 0,-31 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2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24575,'4'0'0,"5"0"0,6 0 0,4 0 0,2 0 0,7 9 0,2 1 0,-4 5 0,2-2 0,8 7 0,7 2 0,-1 3 0,-3-4 0,-8-4-8191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22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882 22 24575,'-31'-7'0,"-1"1"0,0 2 0,0 1 0,0 1 0,-43 4 0,59-1 0,-61 1 0,0 4 0,0 3 0,1 4 0,-142 43 0,206-52 0,0 0 0,0 1 0,1 1 0,0 0 0,-12 9 0,21-14 0,1 0 0,-1 0 0,0 0 0,1 0 0,-1 1 0,1-1 0,-1 1 0,1-1 0,0 1 0,-1 0 0,1-1 0,0 1 0,0 0 0,0 0 0,0 0 0,1 0 0,-1 0 0,0 0 0,1 0 0,0 0 0,-1 0 0,1 0 0,0 0 0,0 0 0,0 0 0,0 0 0,0 0 0,1 0 0,-1 0 0,1 0 0,-1 0 0,1 0 0,0 0 0,0 0 0,-1 0 0,1 0 0,1-1 0,0 3 0,5 4 0,0 0 0,1 0 0,0-1 0,0 0 0,1-1 0,0 0 0,12 7 0,74 34 0,-72-37 0,101 42 0,-78-35 0,0 2 0,-2 2 0,0 2 0,76 53 0,-111-68 0,0 0 0,-1 1 0,0 0 0,-1 0 0,0 1 0,-1-1 0,1 2 0,-2-1 0,0 1 0,8 20 0,-12-27 0,1 1 0,-1-1 0,0 0 0,0 1 0,-1-1 0,1 1 0,-1-1 0,0 1 0,0-1 0,-1 1 0,1-1 0,-1 0 0,0 1 0,0-1 0,0 0 0,-1 1 0,1-1 0,-1 0 0,0 0 0,-1 0 0,1 0 0,-1-1 0,1 1 0,-1-1 0,0 1 0,0-1 0,-1 0 0,1 0 0,0-1 0,-1 1 0,-5 3 0,-34 14 0,-1-2 0,0-2 0,-86 19 0,36-10 0,81-21-68,-22 6 167,-69 12-1,94-21-223,-1 0 1,1 0-1,-1-1 1,0-1-1,1 0 1,-1 0-1,1-1 1,0 0-1,-1-1 1,1 0-1,-12-6 1,6 0-6702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23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24575,'1'10'0,"1"-1"0,0 1 0,0-1 0,1 0 0,0 0 0,5 9 0,5 18 0,-1 12 0,-2 0 0,-2 1 0,-2 0 0,-2 0 0,-2 0 0,-7 65 0,2-90-1365,-3-5-5461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24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0 173 24575,'13'-2'0,"-1"0"0,1-2 0,-1 1 0,0-1 0,0-1 0,0 0 0,21-13 0,-9 6 0,13-7 0,114-49 0,-131 61 0,-1 1 0,1 1 0,0 1 0,0 1 0,1 0 0,24 1 0,-21 2 0,-3 0 0,-1 0 0,1 1 0,35 8 0,-51-9 0,-1 2 0,1-1 0,-1 0 0,0 1 0,1 0 0,-1 0 0,0 0 0,0 1 0,0-1 0,0 1 0,0 0 0,-1 0 0,0 1 0,1-1 0,-1 1 0,0-1 0,-1 1 0,1 0 0,0 0 0,-1 0 0,3 9 0,-1-4 0,-1 0 0,-1 0 0,1 1 0,-1-1 0,-1 1 0,0-1 0,-1 20 0,-1-22 0,0 0 0,-1 0 0,0-1 0,0 1 0,-1-1 0,0 0 0,0 1 0,0-1 0,-1-1 0,0 1 0,-8 9 0,4-6 0,0 0 0,0-1 0,-1 0 0,0 0 0,0 0 0,-1-2 0,0 1 0,0-1 0,-1 0 0,0-1 0,-17 6 0,8-6 0,0-1 0,0 0 0,0-2 0,0 0 0,-39-2 0,-47-2-1365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25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24575,'4'4'0,"2"6"0,-1 4 0,-1 5 0,-1 3 0,-1 2 0,-1 0 0,-1 1 0,0 0 0,0 4 0,0 1 0,0-4-8191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25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24575,'4'0'0,"2"4"0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26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24575,'18'66'0,"-13"3"0,-4 75 0,-1-99 0,-1-77 0,6-116 0,-4 133 0,1 0 0,1 0 0,1 0 0,0 0 0,1 0 0,1 1 0,10-20 0,-13 28 0,0 1 0,1-1 0,0 1 0,0 0 0,1 1 0,-1-1 0,1 1 0,0 0 0,0 0 0,0 0 0,1 0 0,-1 1 0,1 0 0,0 1 0,0-1 0,7-1 0,-8 3 0,-1 0 0,1 0 0,0 1 0,-1-1 0,1 1 0,-1 0 0,1 1 0,0-1 0,-1 1 0,1 0 0,-1 0 0,1 1 0,-1-1 0,1 1 0,-1 0 0,0 0 0,0 0 0,0 1 0,0-1 0,-1 1 0,1 0 0,5 5 0,2 5 10,0 1-1,-1 0 0,0 1 1,-1 0-1,0 0 1,-2 0-1,1 1 0,-2 1 1,6 24-1,3 19-426,8 80 0,-18-103-208,0 2-6201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28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0 368 24575,'260'1'0,"280"-3"0,-533 2 0,12 0 0,-1-1 0,0-1 0,30-6 0,-44 7 0,0 0 0,0 0 0,0-1 0,-1 1 0,1-1 0,-1 0 0,1 1 0,-1-2 0,1 1 0,-1 0 0,0-1 0,0 1 0,0-1 0,-1 0 0,1 0 0,-1 0 0,1-1 0,-1 1 0,0 0 0,0-1 0,-1 0 0,3-5 0,22-107 0,-24 103 0,-1 1 0,0-1 0,-1 0 0,0 0 0,-1 1 0,-1-1 0,-3-14 0,4 23 0,-1 0 0,0 1 0,0 0 0,0-1 0,0 1 0,-1 0 0,1 0 0,-1 0 0,0 0 0,1 1 0,-1-1 0,-1 1 0,1-1 0,0 1 0,0 0 0,-1 1 0,1-1 0,-1 0 0,0 1 0,0 0 0,1 0 0,-1 0 0,0 0 0,-7 0 0,-14-1 0,1 0 0,-47 4 0,41 0 0,-19-2 0,22-1 0,0 2 0,0 0 0,-46 10 0,66-10 0,-1 1 0,1 1 0,0 0 0,0 0 0,0 0 0,0 1 0,0 0 0,1 0 0,-1 0 0,1 1 0,0 0 0,1 1 0,-1-1 0,1 1 0,0 0 0,0 0 0,-5 11 0,5-9 0,-94 158 0,94-158 0,0 0 0,0 1 0,1 0 0,0 0 0,1 0 0,0 0 0,0 1 0,1-1 0,0 1 0,1-1 0,0 1 0,0 0 0,1 0 0,0-1 0,1 1 0,0 0 0,1 0 0,0-1 0,5 15 0,-5-20 0,1-1 0,-1 1 0,1-1 0,0 0 0,0 0 0,0 0 0,0-1 0,0 1 0,1-1 0,-1 0 0,1 0 0,-1 0 0,8 3 0,59 17 0,-49-16 0,57 13 0,1-3 0,114 6 0,-28-3 0,-142-17-114,1-1 1,0-1-1,-1 0 0,1-2 0,0-1 1,-1-1-1,0-1 0,0-1 0,0-1 1,-1-1-1,23-12 0,-19 6-6712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3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1179 73 24575,'-80'-1'0,"14"-1"0,-1 3 0,0 2 0,-123 24 0,125-11 0,-98 28 0,140-36 0,1 1 0,-1 1 0,1 1 0,-38 27 0,37-21 0,0 1 0,1 1 0,2 1 0,0 1 0,1 0 0,0 2 0,2 0 0,1 1 0,1 1 0,-16 36 0,10-11 0,3 1 0,1 1 0,3 1 0,2 0 0,3 1 0,2 0 0,2 0 0,3 1 0,2-1 0,2 1 0,3-1 0,2 0 0,16 61 0,-8-71 0,2-1 0,2 0 0,2-2 0,1 0 0,35 46 0,-30-51 0,3-2 0,1-1 0,1-1 0,2-2 0,69 48 0,21 20 0,-54-45 0,2-3 0,120 63 0,-181-107 0,8 4 0,0-2 0,1 0 0,0-1 0,0-1 0,31 5 0,109 8 0,-87-12 0,26 4 0,782 51 0,-306-26 0,-110-1 0,-119-32 0,130 6 0,110 26 0,-551-36 0,0-1 0,0-2 0,45-10 0,50-5 0,385 11 0,-98 5 0,-377-1 0,-1-2 0,0-2 0,0-1 0,-1-2 0,0-2 0,49-23 0,-47 19 0,7 2 0,1 2 0,1 3 0,0 1 0,75-4 0,-71 8 0,19-2 0,192-24 0,-214 22 0,-1-2 0,0-2 0,56-23 0,-96 32 0,0 0 0,-1 0 0,0 0 0,0-1 0,0-1 0,0 1 0,-1-1 0,0 0 0,0-1 0,0 0 0,-1 0 0,0 0 0,-1-1 0,1 0 0,-1 0 0,-1 0 0,0-1 0,0 1 0,-1-1 0,0 0 0,2-11 0,6-5 0,0-1 0,1 2 0,2 0 0,0 0 0,2 1 0,32-37 0,19-27 0,-53 62 0,0 0 0,-2 0 0,-1-2 0,-1 1 0,-1-1 0,-1 0 0,-1-1 0,-2 0 0,-1 0 0,-1 0 0,-2-1 0,0 1 0,-7-52 0,1 57 0,-2 0 0,0 0 0,-1 0 0,-2 1 0,0 1 0,-1 0 0,-1 0 0,-1 1 0,-1 0 0,-1 2 0,-1-1 0,-19-17 0,-11-7 0,-1 3 0,-3 1 0,-78-47 0,17 23 0,-2 5 0,-190-69 0,-253-49 0,287 96 0,99 34 0,-2 7 0,-2 7 0,-241-12 0,-258 12 0,322 18 0,-721-13 0,938 33 0,2 6 0,-1 5 0,2 7 0,1 4 0,-177 65 0,215-62 0,-127 26 0,206-54-341,0 0 0,0 2-1,-16 6 1,13-4-6485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31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24575,'4'0'0,"5"0"0,23 0 0,33 0 0,38 0 0,15 0 0,15 0 0,21 0 0,10 0 0,1 0 0,-11 0 0,-12 0 0,-13-4 0,-25-1 0,-26-5 0,-18-3 0,-19-1-8191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33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0 24575,'1'0'0,"0"0"0,0 1 0,0-1 0,-1 0 0,1 0 0,0 1 0,0-1 0,0 0 0,-1 1 0,1-1 0,0 1 0,0-1 0,-1 1 0,1-1 0,0 1 0,-1-1 0,1 1 0,-1 0 0,1-1 0,-1 1 0,1 0 0,-1 0 0,1-1 0,-1 1 0,0 0 0,1 0 0,-1 0 0,0-1 0,0 1 0,1 0 0,-1 0 0,0 0 0,0 0 0,0-1 0,0 1 0,0 0 0,0 0 0,-1 0 0,1 0 0,0 0 0,0-1 0,-1 1 0,1 0 0,0 0 0,-1 0 0,-16 39 0,5-24 0,-1-2 0,0 1 0,-1-2 0,-1 0 0,0-1 0,0 0 0,-1-1 0,-26 12 0,-16 5 0,-75 25 0,20-9 0,110-43 0,-1 0 0,1 0 0,0 1 0,0-1 0,0 1 0,0 0 0,0-1 0,0 1 0,0 1 0,1-1 0,-1 0 0,1 1 0,-1-1 0,-2 6 0,5-7 0,-1-1 0,1 1 0,0 0 0,0 0 0,0-1 0,0 1 0,1 0 0,-1 0 0,0-1 0,0 1 0,0 0 0,0 0 0,1-1 0,-1 1 0,0 0 0,1-1 0,-1 1 0,1 0 0,-1-1 0,1 1 0,-1-1 0,1 1 0,-1-1 0,2 2 0,33 17 0,86 21 0,193 37 0,-213-55 0,423 97-1365,-404-93-5461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33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24575,'-1'0'0,"0"1"0,1-1 0,-1 0 0,0 1 0,0-1 0,0 1 0,1-1 0,-1 1 0,0-1 0,0 1 0,1-1 0,-1 1 0,0 0 0,1 0 0,-1-1 0,1 1 0,-1 0 0,1 0 0,-1-1 0,1 1 0,0 0 0,-1 0 0,1 0 0,0 0 0,-1 1 0,-6 31 0,4-20 0,-96 501 0,86-407 0,5 1 0,10 202 0,-1-303 0,-1-1 0,1 1 0,0-1 0,1 1 0,-1-1 0,1 0 0,1 0 0,-1 0 0,1 0 0,0 0 0,0 0 0,1-1 0,0 1 0,0-1 0,0 0 0,7 7 0,-1-5 0,1 0 0,-1-1 0,1 0 0,0 0 0,0-1 0,1 0 0,21 4 0,-6 0-1365,-2 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3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28 342 24575,'679'0'0,"-672"1"0,0-1 0,0-1 0,-1 1 0,1-1 0,0-1 0,0 1 0,-1-1 0,1 0 0,-1 0 0,0-1 0,0 0 0,10-6 0,-12 6 0,0-1 0,-1 1 0,1-1 0,-1 0 0,1 0 0,-1-1 0,-1 1 0,1-1 0,0 0 0,-1 1 0,0-1 0,0 0 0,-1 0 0,1 0 0,-1 0 0,1-9 0,-1 7 0,1 0 0,-2-1 0,1 0 0,-1 1 0,0-1 0,0 1 0,-1-1 0,0 1 0,0-1 0,-1 1 0,0-1 0,0 1 0,-1 0 0,0 0 0,0 0 0,0 1 0,-1-1 0,0 1 0,-1-1 0,1 1 0,-1 1 0,0-1 0,-1 1 0,1 0 0,-1 0 0,0 0 0,-1 1 0,1 0 0,-1 0 0,1 1 0,-1 0 0,0 0 0,0 0 0,-1 1 0,-12-3 0,-54-5 0,0 3 0,-1 4 0,-144 11 0,203-7 0,1 1 0,0 0 0,0 1 0,-27 9 0,37-10 0,1-1 0,0 2 0,0-1 0,-1 0 0,1 1 0,1 0 0,-1 0 0,0 0 0,1 0 0,-1 1 0,1-1 0,0 1 0,0 0 0,1 0 0,-1 0 0,1 0 0,0 0 0,0 1 0,-2 6 0,-22 108 0,5-15 0,7-43 0,2 0 0,3 0 0,3 1 0,3 1 0,4 70 0,0-129 0,-1-1 0,0 1 0,1-1 0,0 0 0,0 1 0,0-1 0,0 0 0,0 1 0,1-1 0,0 0 0,-1 0 0,1 0 0,0 0 0,1-1 0,-1 1 0,0 0 0,1-1 0,-1 0 0,1 1 0,0-1 0,0 0 0,0-1 0,0 1 0,0 0 0,6 2 0,7 0 0,-1 0 0,1 0 0,0-1 0,25 1 0,-7-1 0,346 26 0,-302-29 0,-1-4 0,146-25 0,-204 27-124,-1-2 0,0 0 0,0-2 0,-1 0 0,1 0 0,-1-2-1,-1 0 1,0-1 0,0 0 0,16-14 0,-4-5-6702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3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608 146 24575,'0'-3'0,"-1"0"0,0 0 0,1 0 0,-1 0 0,0 0 0,-1 0 0,1 0 0,0 1 0,-1-1 0,0 0 0,1 1 0,-1-1 0,0 1 0,0 0 0,0 0 0,-1 0 0,1 0 0,-1 0 0,-2-2 0,-55-30 0,51 30 0,-10-6 0,-1 1 0,0 1 0,0 1 0,0 1 0,-35-6 0,44 11 0,1 0 0,-1 1 0,0 0 0,0 1 0,0 0 0,0 0 0,0 1 0,1 1 0,-1 0 0,1 0 0,0 1 0,-18 9 0,14-5 0,0 0 0,1 1 0,0 0 0,1 1 0,0 0 0,1 1 0,0 1 0,1 0 0,0 0 0,1 1 0,0 0 0,1 0 0,0 1 0,1 0 0,1 1 0,0-1 0,1 1 0,1 0 0,0 1 0,1-1 0,1 1 0,0-1 0,1 1 0,1 0 0,0 0 0,1-1 0,1 1 0,0 0 0,7 20 0,-5-25 0,0 0 0,1 0 0,1-1 0,0 0 0,0 0 0,1 0 0,0-1 0,1 0 0,-1 0 0,2-1 0,0 0 0,0-1 0,0 1 0,1-2 0,-1 1 0,2-2 0,-1 1 0,1-1 0,16 5 0,-2-2 0,2-1 0,-1-1 0,1-1 0,0-2 0,0 0 0,0-2 0,36-3 0,-53 1 0,-1 0 0,1 0 0,-1-1 0,0 0 0,0-1 0,0 0 0,0 0 0,0-1 0,-1 0 0,0-1 0,11-7 0,-14 9 0,-1-1 0,1-1 0,-1 1 0,0-1 0,0 0 0,0 0 0,0 0 0,-1 0 0,0-1 0,0 1 0,-1-1 0,1 0 0,-1 0 0,0 0 0,-1 0 0,1 0 0,0-12 0,-1-1 0,1 0 0,1 0 0,1 0 0,1 0 0,0 1 0,1-1 0,18-33 0,-13 41 0,-6 23 0,-3 29 0,-2-36 0,-1 51 0,-3-1 0,-20 98 0,20-136 0,2-1 0,0 1 0,1-1 0,1 25 0,0-38 0,0 1 0,0-1 0,1 1 0,-1-1 0,1 1 0,0-1 0,0 0 0,0 1 0,0-1 0,0 0 0,1 0 0,0 0 0,0 0 0,0 0 0,0 0 0,0 0 0,0-1 0,1 1 0,-1-1 0,1 1 0,-1-1 0,1 0 0,0 0 0,0 0 0,0-1 0,0 1 0,6 1 0,-7-2-68,-1-1 0,1 0-1,0 0 1,-1 1 0,1-1 0,0 0-1,-1 0 1,1-1 0,0 1 0,-1 0-1,1-1 1,0 1 0,-1-1 0,1 1-1,-1-1 1,1 0 0,-1 1-1,1-1 1,2-2 0,7-8-6758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3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798 358 24575,'2'-68'0,"0"45"0,-1 1 0,0-1 0,-2 1 0,-1 0 0,0-1 0,-2 1 0,-7-24 0,8 40 0,0 0 0,-1 1 0,1 0 0,-1 0 0,-1 0 0,1 0 0,0 0 0,-1 1 0,0 0 0,0 0 0,-1 0 0,1 1 0,-1-1 0,0 1 0,1 1 0,-1-1 0,0 1 0,-1 0 0,1 0 0,0 1 0,-1 0 0,-10-1 0,-9 0 0,1 1 0,0 1 0,0 1 0,-36 6 0,26-2 0,1 2 0,0 1 0,0 2 0,1 1 0,0 2 0,-46 25 0,65-30 0,0 1 0,0 0 0,1 1 0,1 0 0,0 1 0,0 1 0,1 0 0,1 0 0,0 1 0,1 1 0,0-1 0,1 1 0,0 1 0,1 0 0,1 0 0,-5 19 0,-1 22 0,3 2 0,2-1 0,3 1 0,5 88 0,0-73 0,6 141 0,9-1 0,50 241 0,-58-413 0,13 61 0,-6 1 0,5 142 0,-21-238-5,1-18-1355,-1-9-5466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38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24575,'4'0'0,"9"0"0,7 0 0,16 0 0,35 0 0,30 0 0,21 0 0,20 0 0,-4 0 0,-19 0 0,-32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4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24575,'-15'487'0,"10"-372"18,-10 84-1401,10-167-5443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41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24575,'9'66'0,"1"-11"0,-6 448 0,-22-343-1365,15-133-5461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48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4315 4171 24575,'1'-9'0,"1"1"0,-1-1 0,1 1 0,1 0 0,0-1 0,0 1 0,0 0 0,1 1 0,6-11 0,48-63 0,161-169 0,-159 193 0,70-50 0,-106 88 0,353-306 0,-346 291 0,-2-1 0,40-63 0,-48 67 0,10-15 0,-1-1 0,-3-1 0,-2-1 0,-2-2 0,-3 0 0,-1-1 0,-3-1 0,13-82 0,-7 19 0,-13 76 0,-2 0 0,5-79 0,-12 61 0,-3 0 0,-2 0 0,-17-78 0,15 109 0,-1 0 0,-1 0 0,-1 1 0,-2 0 0,0 1 0,-2 0 0,-1 1 0,-1 1 0,-19-23 0,-76-74 0,-53-67 0,146 162 0,-22-30 0,-1 1 0,-3 2 0,-99-91 0,-3 31 49,-274-162 1,159 136-5802,52 36 4029,-291-105 9099,389 164-7376,80 29 0,0 2 0,-1 1 0,0 1 0,0 1 0,-1 2 0,-48-4 0,-347-11 0,203 27 0,184-1 0,0 1 0,0 3 0,-56 17 0,-37 14 0,79-25 0,0 2 0,-88 41 0,-38 47 0,93-52 0,-86 68 0,40-25 0,53-40 0,3 3 0,-99 94 0,145-120 0,2 1 0,2 1 0,1 2 0,2 1 0,1 1 0,2 0 0,-28 69 0,43-90 0,-255 640 0,232-574 0,4 1 0,-20 120 0,-5 15 0,22-116 0,-40 161 0,57-208 0,3 0 0,-2 103 0,14 50 0,-5 173 0,-10-302 0,0 11 0,12-13-1365,0-56-5461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4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24575,'96'6'0,"-2"4"0,1 4 0,100 29 0,-41-9 0,-85-20 0,312 57 0,-272-56 0,170 1 0,-269-16-114,1 0 1,-1-1-1,0-1 0,0 0 0,0 0 1,0-1-1,-1 0 0,1 0 0,-1-1 1,1-1-1,12-8 0,-10 6-6712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51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217 125 24575,'-1'19'0,"-2"-1"0,1 0 0,-10 28 0,1 4 0,-75 318 0,-7 33 0,92-395 0,-5 32 0,5-36 0,1-1 0,0 0 0,-1 0 0,1 1 0,0-1 0,0 0 0,0 0 0,0 1 0,0-1 0,0 0 0,1 0 0,-1 0 0,0 1 0,1-1 0,-1 0 0,1 0 0,-1 0 0,1 0 0,-1 1 0,1-1 0,1 2 0,2-5 0,-1 1 0,0-1 0,0 1 0,0-1 0,0 0 0,0 0 0,0 0 0,0 0 0,-1-1 0,1 1 0,2-5 0,11-6 0,-9 8 0,1 0 0,1 1 0,-1 0 0,0 1 0,1 0 0,0 0 0,0 1 0,12-2 0,77-2 0,-65 5 0,385 0-2291,-109 3-2241,-102-10 4571,-199 8 116,42-3-437,78-15 0,-110 14 610,-1-1 1,0 0-1,18-10 1,-26 11 406,-1 0 0,0-1-1,-1 0 1,1 0 0,-1-1 0,0 0 0,8-9 0,3-10-735,0-2 0,-2 0 0,0-1 0,15-40 0,-20 38 0,-1 0 0,-2 0 0,0-1 0,-2 0 0,3-57 0,-9-164 0,-3 148 0,4 68 0,0 27 0,-1-1 0,1 0 0,-2 1 0,1-1 0,-1 0 0,-1 1 0,1-1 0,-4-9 0,3 17 0,1 1 0,0-1 0,0 0 0,-1 1 0,1-1 0,-1 1 0,1-1 0,-1 1 0,1 0 0,-1 0 0,0 0 0,0 0 0,0 0 0,0 0 0,1 0 0,-1 0 0,0 1 0,0-1 0,-3 1 0,-43-4 0,42 4 0,-68 4 41,1 4-1,-90 19 0,-33 6-1526,146-28-5340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2:2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82 169 24575,'1'-2'0,"-1"-1"0,1 1 0,0-1 0,0 1 0,0-1 0,0 1 0,1 0 0,-1-1 0,1 1 0,-1 0 0,1 0 0,0 0 0,0 0 0,0 0 0,0 1 0,4-4 0,38-24 0,-43 29 0,29-18 0,1 2 0,0 2 0,1 0 0,1 2 0,50-11 0,-83 23 0,0 0 0,0 0 0,1-1 0,-1 1 0,0 0 0,0 0 0,0 0 0,0 0 0,0 0 0,1 0 0,-1 0 0,0-1 0,0 1 0,0 0 0,0 0 0,1 0 0,-1 0 0,0 0 0,0 0 0,0 0 0,1 0 0,-1 0 0,0 0 0,0 0 0,0 0 0,1 0 0,-1 0 0,0 0 0,0 0 0,0 0 0,1 0 0,-1 0 0,0 0 0,0 1 0,0-1 0,0 0 0,1 0 0,-1 0 0,0 0 0,0 0 0,0 0 0,0 1 0,0-1 0,1 0 0,-1 0 0,0 0 0,0 0 0,0 1 0,0-1 0,0 0 0,0 0 0,0 0 0,0 1 0,0-1 0,0 0 0,0 0 0,0 0 0,0 0 0,0 1 0,-13 12 0,-35 21 0,36-26 0,-79 51 0,52-35 0,0 2 0,-62 55 0,87-69 0,10-8 0,-1-1 0,1 1 0,0 0 0,0 0 0,0 0 0,0 0 0,1 1 0,0 0 0,0 0 0,-4 7 0,7-11 0,0-1 0,0 1 0,0-1 0,0 1 0,0-1 0,0 1 0,0-1 0,0 0 0,0 1 0,0-1 0,0 1 0,0-1 0,0 1 0,1-1 0,-1 1 0,0-1 0,0 0 0,0 1 0,1-1 0,-1 1 0,0-1 0,0 0 0,1 1 0,-1-1 0,0 0 0,1 1 0,-1-1 0,0 0 0,1 0 0,-1 1 0,1-1 0,-1 0 0,0 0 0,1 0 0,-1 0 0,1 1 0,-1-1 0,1 0 0,-1 0 0,1 0 0,-1 0 0,0 0 0,1 0 0,-1 0 0,1 0 0,-1 0 0,1 0 0,-1 0 0,1-1 0,-1 1 0,0 0 0,1 0 0,-1 0 0,1 0 0,-1-1 0,0 1 0,1 0 0,-1-1 0,1 1 0,30-15 0,-29 14 0,126-64 0,176-62 0,-198 86 0,36-22 0,-131 61 0,-11 6 0,-18 19 0,-35 26 0,-110 69 0,110-82 0,1 1 0,-84 80 0,105-85 0,-2-3 0,-47 34 0,33-35 0,35-22 0,0 1 0,1 0 0,0 1 0,-16 13 0,27-21 0,0 0 0,-1 0 0,1 1 0,0-1 0,0 0 0,-1 0 0,1 1 0,0-1 0,0 0 0,0 0 0,-1 1 0,1-1 0,0 0 0,0 0 0,0 1 0,0-1 0,0 0 0,-1 1 0,1-1 0,0 0 0,0 1 0,0-1 0,0 0 0,0 1 0,0-1 0,0 0 0,0 1 0,0-1 0,0 0 0,0 1 0,1-1 0,-1 0 0,0 1 0,0-1 0,0 0 0,0 1 0,0-1 0,1 0 0,-1 0 0,0 1 0,0-1 0,0 0 0,1 0 0,-1 1 0,0-1 0,0 0 0,1 0 0,23 7 0,36-6 0,509-64 0,0-59 0,-559 119 0,138-33 0,220-87 0,-351 115 0,0-1 0,-1-1 0,0 0 0,-1-1 0,0-1 0,-1-1 0,0 0 0,16-20 0,-29 31 0,0 1 0,0 0 0,-1 1 0,1-1 0,0 0 0,-1 0 0,1 0 0,0 1 0,0-1 0,0 0 0,0 1 0,0-1 0,0 0 0,0 1 0,0 0 0,0-1 0,0 1 0,0-1 0,0 1 0,0 0 0,0 0 0,1 0 0,-2 1 0,1 0 0,-1 0 0,0 0 0,0 0 0,-1 1 0,1-1 0,0 0 0,0 0 0,-1 0 0,1 0 0,0 0 0,-1 0 0,1 0 0,-1 0 0,1 0 0,-1 0 0,0 0 0,1 0 0,-1 0 0,0 0 0,0 0 0,-1 0 0,-15 20 0,-1-1 0,0 0 0,-2-2 0,0 0 0,-33 20 0,-121 68 0,162-99 0,-71 36 0,-2-4 0,-2-3 0,-1-5 0,-105 24 0,168-48-98,13-3-114,0-1 1,0 0 0,-1-1 0,1 0 0,-21 0 0,24-4-6615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2:23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23 24575,'149'-12'0,"-122"8"0,1 0 0,-1 2 0,1 1 0,0 1 0,0 2 0,-1 0 0,1 2 0,36 10 0,-24-5 0,-33-8 0,1 0 0,-1 0 0,0 1 0,0 0 0,0 0 0,0 1 0,11 6 0,-18-9 0,1 0 0,-1 1 0,0-1 0,0 0 0,0 0 0,0 1 0,0-1 0,0 0 0,0 0 0,1 1 0,-1-1 0,0 0 0,0 0 0,0 1 0,0-1 0,0 0 0,0 1 0,0-1 0,0 0 0,-1 0 0,1 1 0,0-1 0,0 0 0,0 0 0,0 1 0,0-1 0,0 0 0,0 0 0,-1 1 0,1-1 0,0 0 0,0 0 0,0 0 0,0 1 0,-1-1 0,1 0 0,0 0 0,0 0 0,-1 0 0,1 1 0,0-1 0,0 0 0,-1 0 0,1 0 0,0 0 0,0 0 0,-1 0 0,-17 7 0,0-1 0,0-1 0,-1 0 0,1-2 0,-1 0 0,0-1 0,-30-1 0,-4 2 0,-374 19 0,421-22 0,0 0 0,0 0 0,0 0 0,0-1 0,1 0 0,-1 0 0,0-1 0,1 1 0,-11-6 0,16 7 0,0 0 0,-1 0 0,1 0 0,0 0 0,0-1 0,-1 1 0,1 0 0,0 0 0,-1 0 0,1-1 0,0 1 0,0 0 0,0 0 0,-1-1 0,1 1 0,0 0 0,0-1 0,0 1 0,0 0 0,0-1 0,0 1 0,-1 0 0,1-1 0,0 1 0,0 0 0,0-1 0,0 1 0,0 0 0,0-1 0,0 1 0,0 0 0,1-1 0,-1 1 0,0 0 0,0-1 0,0 1 0,0 0 0,0 0 0,0-1 0,1 1 0,-1 0 0,0-1 0,0 1 0,0 0 0,1 0 0,-1-1 0,0 1 0,0 0 0,1 0 0,-1 0 0,0 0 0,1-1 0,-1 1 0,0 0 0,1 0 0,22-10 0,28-2 0,1 2 0,1 3 0,0 1 0,78 3 0,-30 0 0,654-17 0,-775 23 43,0 1 0,-31 9 0,-49 11-1537,68-20-5332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44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24575,'34'1'0,"0"1"0,0 2 0,-1 2 0,1 1 0,-1 1 0,43 18 0,62 24 0,-2 7 0,198 115 0,-280-133 0,-1 1 0,85 88 0,-131-122 0,31 34 0,-1 2 0,-2 2 0,-2 1 0,-2 2 0,25 52 0,-36-67-1365,-10-22-5461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4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1762 1 24575,'-8'1'0,"0"1"0,0 0 0,0 1 0,0 0 0,0 0 0,1 0 0,-1 1 0,1 0 0,0 1 0,0-1 0,-6 7 0,-27 15 0,-427 200 0,61-34 0,109-22 0,-63 62 0,288-183-1365,49-29-5461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47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24575,'-1'113'0,"3"122"0,-2-232 0,1 1 0,0-1 0,0 0 0,0 0 0,0 0 0,1 0 0,-1 1 0,1-2 0,0 1 0,0 0 0,0 0 0,0-1 0,0 1 0,0-1 0,1 1 0,-1-1 0,1 0 0,0 0 0,0 0 0,0 0 0,0-1 0,0 1 0,0-1 0,0 0 0,0 0 0,0 0 0,7 1 0,12 3 0,0-2 0,0 0 0,28-1 0,-19 0 0,955 26 0,-984-28 0,11 1 0,0 0 0,0-2 0,0 1 0,0-1 0,0-1 0,0 0 0,0-1 0,0-1 0,-1 0 0,0 0 0,20-11 0,5-5 0,-29 17 0,-1 0 0,0-1 0,1-1 0,-2 1 0,13-11 0,-17 13 0,0 0 0,0 0 0,-1-1 0,1 1 0,-1 0 0,1-1 0,-1 0 0,0 1 0,0-1 0,0 0 0,-1 1 0,1-1 0,0 0 0,-1 0 0,0 0 0,0 0 0,0 1 0,0-1 0,0 0 0,0 0 0,-2-4 0,-1-5 0,-1-1 0,-1 1 0,0 0 0,-1 0 0,0 1 0,-1-1 0,-14-18 0,12 19 0,1 0 0,1 0 0,0-1 0,1 0 0,0-1 0,1 1 0,-6-20 0,9 19 0,2 11 0,0-1 0,0 0 0,-1 1 0,1-1 0,-1 0 0,1 0 0,-1 1 0,0-1 0,0 1 0,0-1 0,0 1 0,0-1 0,-1 1 0,1 0 0,-1 0 0,1-1 0,-1 1 0,0 0 0,0 0 0,0 1 0,0-1 0,0 0 0,-1 1 0,1-1 0,0 1 0,-1 0 0,1 0 0,-6-2 0,-33-3 0,1 1 0,-1 3 0,0 1 0,0 2 0,-43 7 0,37-4 0,-247 29 0,-72 5 0,174-38 94,89-1-1553,77 0-5367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50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3 193 24575,'6'0'0,"37"1"0,-33 2 0,-25 4 0,14-7 0,-1 0 0,1 1 0,0-1 0,-1 0 0,1 0 0,0-1 0,-1 1 0,1 0 0,-1 0 0,1-1 0,0 1 0,-1-1 0,1 1 0,0-1 0,0 1 0,-1-1 0,1 0 0,0 0 0,0 1 0,0-1 0,0 0 0,0 0 0,0 0 0,0 0 0,0 0 0,0 0 0,1-1 0,-1 1 0,0 0 0,1 0 0,-1-1 0,1 1 0,-1 0 0,1-1 0,0 1 0,-1 0 0,1-1 0,0-1 0,-8-60 0,8 60 0,0-3 0,0 0 0,0 1 0,1-1 0,0 0 0,0 1 0,0-1 0,1 0 0,0 1 0,0-1 0,0 1 0,6-9 0,-6 11 0,-1 1 0,1 0 0,-1 0 0,1 0 0,0 0 0,0 0 0,0 1 0,0-1 0,0 1 0,0-1 0,0 1 0,1-1 0,-1 1 0,0 0 0,1 0 0,-1 1 0,1-1 0,-1 0 0,1 1 0,0-1 0,-1 1 0,1 0 0,0 0 0,-1 0 0,1 0 0,-1 0 0,1 1 0,3 0 0,-4 0 0,0 0 0,0-1 0,0 1 0,0 0 0,0 0 0,0 0 0,0 1 0,-1-1 0,1 0 0,0 1 0,-1-1 0,1 1 0,-1-1 0,1 1 0,-1 0 0,0 0 0,0-1 0,0 1 0,0 0 0,0 0 0,0 0 0,0 0 0,-1 0 0,1 0 0,-1 1 0,1-1 0,-1 0 0,0 0 0,0 0 0,0 0 0,0 0 0,0 1 0,-1-1 0,1 0 0,-1 0 0,0 2 0,0 1 0,0-1 0,0 0 0,-1 0 0,1 0 0,-1 0 0,0 0 0,0 0 0,0-1 0,-1 1 0,1-1 0,-1 1 0,0-1 0,0 0 0,0 0 0,0 0 0,-1-1 0,-5 5 0,8-7 0,0 1 0,-1 0 0,1 0 0,-1 0 0,1-1 0,-1 1 0,1-1 0,-1 1 0,1-1 0,-1 0 0,1 1 0,-1-1 0,1 0 0,-1 0 0,1 0 0,-1 0 0,0-1 0,1 1 0,-1 0 0,1-1 0,-1 1 0,1 0 0,-1-1 0,1 0 0,0 1 0,-3-2 0,4 0 0,-1 1 0,1-1 0,0 1 0,-1-1 0,1 1 0,0-1 0,0 0 0,0 1 0,0-1 0,0 1 0,0-1 0,1 1 0,-1-1 0,1 1 0,-1-1 0,1 1 0,-1-1 0,1 1 0,0-1 0,-1 1 0,1 0 0,0-1 0,0 1 0,0 0 0,0 0 0,2-2 0,33-38 0,-34 39 0,0 0 0,1-1 0,-1 1 0,1 0 0,0 0 0,-1 0 0,1 1 0,0-1 0,0 1 0,0 0 0,0 0 0,1 0 0,5-2 0,3 7-1365,-4 5-5461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5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24575,'1'-1'0,"-1"0"0,1 0 0,-1 0 0,1 0 0,-1 0 0,1-1 0,0 1 0,-1 0 0,1 0 0,0 0 0,0 1 0,0-1 0,0 0 0,0 0 0,0 0 0,0 1 0,0-1 0,0 0 0,0 1 0,0-1 0,1 1 0,-1-1 0,0 1 0,0 0 0,0 0 0,1-1 0,-1 1 0,0 0 0,0 0 0,1 0 0,-1 0 0,0 0 0,2 1 0,0-1 0,0 0 0,0 0 0,1 0 0,-1 0 0,0 1 0,0-1 0,0 1 0,0 0 0,0 0 0,0 0 0,0 1 0,4 1 0,-5 0 0,1 0 0,-1 0 0,0 0 0,0 1 0,0-1 0,0 1 0,-1-1 0,0 1 0,1 0 0,-1-1 0,0 1 0,-1 0 0,1 0 0,-1 0 0,0 0 0,0 0 0,0-1 0,0 1 0,-1 0 0,1 0 0,-2 5 0,1-7 0,1 0 0,-1 1 0,0-1 0,1 0 0,-1 0 0,0 0 0,0 0 0,0 0 0,-1 0 0,1 0 0,-1 0 0,1 0 0,-1 0 0,1-1 0,-1 1 0,0 0 0,0-1 0,0 0 0,0 1 0,0-1 0,0 0 0,0 0 0,0 0 0,0 0 0,0-1 0,-1 1 0,1-1 0,0 1 0,-1-1 0,1 0 0,0 0 0,-1 0 0,1 0 0,0 0 0,-3-1 0,4 1 0,1 1 0,0-1 0,0 0 0,-1 0 0,1 0 0,0 0 0,-1 0 0,1 0 0,0 0 0,-1-1 0,1 1 0,0 0 0,-1 0 0,1 0 0,0 0 0,-1 0 0,1 0 0,0-1 0,0 1 0,-1 0 0,1 0 0,0 0 0,0-1 0,-1 1 0,1 0 0,0 0 0,0-1 0,-1 1 0,1 0 0,0-1 0,0 1 0,0 0 0,0 0 0,0-1 0,0 1 0,0 0 0,-1-1 0,1 1 0,0 0 0,0-1 0,12-9 0,22-6 0,16 5 0,-44 12-33,-10 2 114,-11 3-1494,-3-2-5413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54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144 194 24575,'1'-6'0,"0"1"0,0-1 0,0 1 0,1 0 0,0-1 0,0 1 0,0 0 0,1 0 0,-1 0 0,1 1 0,1-1 0,-1 1 0,0-1 0,1 1 0,0 0 0,0 0 0,0 1 0,1-1 0,-1 1 0,1 0 0,0 0 0,0 1 0,7-4 0,15-6 0,0 1 0,59-16 0,-75 24 0,20-6 0,1 1 0,1 2 0,0 1 0,58-1 0,1748 8 0,-1794 0 0,1 3 0,68 15 0,-21-3 0,-48-10 0,-13-3 0,-1 1 0,0 1 0,0 2 0,53 20 0,-82-27 0,1 0 0,-1 0 0,0 0 0,1 0 0,-1 1 0,0-1 0,1 1 0,-1-1 0,0 1 0,0 0 0,-1 0 0,1 0 0,0 0 0,-1 0 0,1 0 0,-1 0 0,1 1 0,-1-1 0,0 1 0,0-1 0,0 0 0,0 1 0,-1 0 0,1-1 0,-1 1 0,0 0 0,1-1 0,-1 1 0,0 0 0,0-1 0,-1 1 0,1-1 0,-1 1 0,1 0 0,-1-1 0,0 1 0,0-1 0,0 1 0,0-1 0,0 0 0,-1 1 0,1-1 0,-1 0 0,-2 3 0,-5 8 0,-1-1 0,-1-1 0,1 1 0,-2-2 0,0 0 0,-14 10 0,16-12 0,-2 0 0,1 0 0,-1-1 0,0-1 0,0 0 0,-1 0 0,0-2 0,0 1 0,0-2 0,0 1 0,-1-2 0,-23 2 0,-113-4 0,66-1 0,-135 15 0,120-5 0,-190-6 0,140-6 0,137 3 0,-112 0 0,-155 19 0,192-11 0,-157-8 0,106-3 0,73 4 0,-69 0 0,-256-31 0,223 13 0,100 12 0,65 5 0,1 1 0,-1-1 0,1 0 0,-1 0 0,1 0 0,-1-1 0,1 1 0,-1 0 0,1 0 0,-1-1 0,1 1 0,0-1 0,-1 1 0,1-1 0,-1 0 0,1 0 0,0 1 0,0-1 0,-1 0 0,1 0 0,0 0 0,0 0 0,0 0 0,0-1 0,0 1 0,0 0 0,1 0 0,-1-1 0,0 1 0,1-1 0,-1 1 0,1 0 0,-1-1 0,1 1 0,-1-1 0,1 1 0,0-1 0,0 1 0,0-1 0,0 1 0,0-1 0,0 1 0,0-1 0,1 1 0,-1-1 0,0 1 0,1-1 0,-1 1 0,1-1 0,0 1 0,-1 0 0,1-1 0,1 0 0,3-7 0,-1 1 0,2 0 0,-1 0 0,1 1 0,0-1 0,1 1 0,9-7 0,0 2 0,0 1 0,1 0 0,1 2 0,0 0 0,0 1 0,0 1 0,1 0 0,0 2 0,1 0 0,26-2 0,-26 2-1365,-5 0-5461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56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24575,'12'-1'0,"0"-1"0,0-1 0,0 0 0,14-5 0,-3 1 0,93-28 0,-56 15 0,113-22 0,-138 37 0,-11 0 0,1 2 0,-1 0 0,1 2 0,0 1 0,26 2 0,-9 6 0,1 2 0,40 16 0,-52-16 0,1 0 0,0-2 0,0-1 0,1-2 0,33 2 0,147-11 0,198 10 0,-197 26 0,-137-18 0,1-3 0,121 1 0,-112-14-1365,-68 2-5461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57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24575,'0'4'0,"5"1"0,16 9 0,27 1 0,16 2 0,6-1 0,-1 0 0,-8 1 0,-11-1 0,-13-4-8191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58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24575,'4'-4'0,"9"-2"0,11-3 0,14-5 0,8-3 0,9 0 0,6-4 0,-1 0 0,-9 5 0,-12 1 0,-12 6 0,-12 6-8191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7:59:5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50 220 24575,'162'3'0,"-57"0"0,0-4 0,130-18 0,-166 3 0,-65 15 0,-1 0 0,1-1 0,-1 1 0,1-1 0,-1 0 0,0 0 0,0 0 0,0 0 0,0 0 0,0-1 0,0 1 0,-1-1 0,1 0 0,-1 0 0,3-4 0,-4 5 0,-1 1 0,1 0 0,-1-1 0,0 1 0,0-1 0,0 1 0,0 0 0,0-1 0,0 1 0,0-1 0,0 1 0,-1-1 0,1 1 0,-1 0 0,1-1 0,-1 1 0,1 0 0,-1 0 0,0-1 0,1 1 0,-1 0 0,0 0 0,0 0 0,0 0 0,0 0 0,0 0 0,0 0 0,0 0 0,0 0 0,0 0 0,-1 1 0,1-1 0,0 0 0,-1 1 0,1-1 0,0 1 0,-3-1 0,-62-20 0,57 19 0,-104-25 0,-1 5 0,-189-13 0,299 34 0,0 1 0,-1 0 0,1-1 0,0 2 0,-1-1 0,1 0 0,0 1 0,0 0 0,0 0 0,-1 0 0,1 0 0,0 1 0,0-1 0,1 1 0,-1 0 0,0 0 0,1 1 0,-1-1 0,1 1 0,0 0 0,-1 0 0,1 0 0,1 0 0,-1 0 0,0 1 0,1-1 0,0 1 0,0 0 0,0-1 0,0 1 0,0 0 0,1 0 0,0 0 0,0 1 0,-1 5 0,-8 31 0,2 1 0,2 0 0,1 0 0,2 0 0,6 75 0,-3-115 0,1 1 0,0-1 0,-1 0 0,1 1 0,0-1 0,0 0 0,0 1 0,1-1 0,-1 0 0,1 0 0,-1 0 0,1 0 0,0 0 0,-1 0 0,1-1 0,0 1 0,0-1 0,0 1 0,1-1 0,-1 0 0,0 1 0,0-1 0,1 0 0,-1-1 0,0 1 0,1 0 0,-1-1 0,1 1 0,2-1 0,11 3 0,0-2 0,1 0 0,22-2 0,-21 1 0,0-1-97,0-1-1,0 0 1,0-2-1,0 0 1,-1-1-1,1 0 1,-1-1-1,-1-2 1,1 1-1,-1-2 1,0 0-1,-1-1 0,17-14 1,-13 10-6729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00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24575,'-3'75'0,"-2"0"0,-4 0 0,-4-1 0,-22 76 0,31-136 23,-1-1 0,-1 0-1,0 0 1,-14 22 0,-8 15-1502,22-35-5347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01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24575,'4'0'0,"6"0"0,8 0 0,11 0 0,7 0 0,11 0 0,4 4 0,-1 2 0,-18 3 0,-14 1-8191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0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 24575,'-2'11'0,"0"0"0,-1 0 0,-1 0 0,0-1 0,0 1 0,-1-1 0,0 0 0,-1 0 0,0-1 0,-8 10 0,-7 12 0,-20 37 0,6-12 0,2 2 0,2 1 0,-29 80 0,46-102 0,5-12 0,29-52 0,37-71 0,-23 39 0,55-75 0,-86 130 0,1-1 0,-1 1 0,1 0 0,0 0 0,1 0 0,-1 1 0,0 0 0,1-1 0,0 2 0,0-1 0,7-3 0,-11 6 0,0 0 0,0-1 0,0 1 0,0 0 0,0 0 0,1 0 0,-1 0 0,0 0 0,0 0 0,0 0 0,0 1 0,0-1 0,0 0 0,1 1 0,-1-1 0,0 0 0,0 1 0,0-1 0,0 1 0,0 0 0,0-1 0,0 2 0,1 0 0,0 0 0,-1 1 0,1-1 0,-1 0 0,1 1 0,-1-1 0,0 1 0,0-1 0,0 1 0,-1 0 0,1-1 0,-1 1 0,1 3 0,3 26 0,-2 0 0,0 0 0,-3 1 0,0-1 0,-9 46 0,-7-22 0,16-53 0,-1 1 0,1-1 0,-1 1 0,0-1 0,0 0 0,0 0 0,0 0 0,0 0 0,-1 0 0,1-1 0,-1 1 0,0 0 0,-3 1 0,6-4-25,-1 0 0,1 0-1,0 0 1,-1 0 0,1 0 0,0 0-1,0 0 1,-1-1 0,1 1-1,0 0 1,0 0 0,-1 0 0,1-1-1,0 1 1,0 0 0,0 0-1,0 0 1,-1-1 0,1 1 0,0 0-1,0-1 1,0 1 0,0 0-1,0 0 1,0-1 0,0 1 0,0 0-1,0-1 1,0 1 0,-1 0-1,1 0 1,1-1 0,-1 1 0,0 0-1,0-1 1,0 1 0,0 0 0,0 0-1,0-1 1,0 1 0,0 0-1,0 0 1,1-1 0,-1 1 0,0 0-1,0 0 1,0-1 0,0 1-1,1 0 1,-1 0 0,0 0 0,0-1-1,1 1 1,6-15-6801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0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359 129 24575,'-6'0'0,"-19"0"0,-1 0 0,1 2 0,-1 0 0,-39 10 0,58-10 0,0 0 0,1 1 0,0-1 0,-1 1 0,1 1 0,0-1 0,1 1 0,-1 0 0,1 0 0,-1 1 0,1 0 0,0 0 0,1 0 0,-1 0 0,1 1 0,0-1 0,1 1 0,-1 0 0,1 1 0,1-1 0,-5 13 0,-18 53 0,15-46 0,1-1 0,1 2 0,1-1 0,1 1 0,-1 28 0,7-52 0,0-1 0,0 0 0,1 1 0,-1-1 0,1 0 0,-1 0 0,1 0 0,0 0 0,0 0 0,0 0 0,0 0 0,0 0 0,1 0 0,-1 0 0,0 0 0,1 0 0,0-1 0,-1 1 0,1-1 0,0 1 0,0-1 0,0 0 0,0 0 0,0 0 0,0 0 0,0 0 0,0 0 0,0 0 0,0-1 0,1 1 0,-1-1 0,0 0 0,0 1 0,3-1 0,14 1 0,-1 0 0,0 0 0,26-4 0,-18 1 0,-11 1 0,0 0 0,0-1 0,0 0 0,-1-1 0,1-1 0,-1-1 0,0 0 0,0 0 0,0-1 0,-1-1 0,0-1 0,0 1 0,-1-2 0,0 0 0,0-1 0,-1 0 0,-1 0 0,1-1 0,9-14 0,-11 13 0,0-1 0,-1-1 0,0 1 0,-1-1 0,0-1 0,-1 1 0,-1-1 0,-1 0 0,0-1 0,2-15 0,-2-2 0,-1 0 0,-2 0 0,-6-58 0,5 88 0,0 1 0,-1-1 0,1 1 0,-1-1 0,1 1 0,-1-1 0,0 1 0,0 0 0,0-1 0,0 1 0,-1 0 0,1 0 0,-1 0 0,1 0 0,-1 0 0,0 0 0,1 0 0,-1 1 0,0-1 0,-4-2 0,1 2 0,0 0 0,1 0 0,-1 0 0,0 1 0,0-1 0,0 2 0,0-1 0,0 0 0,0 1 0,-5 0 0,-14 2 0,1 0 0,0 2 0,-37 10 0,51-11 0,-5 0 20,0 1 0,-1 1 0,2 0 0,-1 1 0,-17 11 0,27-14-103,-1 0 1,1 0-1,0 1 1,0-1-1,0 1 1,1 0-1,-1 0 1,1 1-1,0-1 1,0 1-1,0 0 1,1-1-1,-1 1 1,1 0-1,1 0 1,-1 1-1,-1 8 1,0 6-6744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28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45 24575,'-1'0'0,"-1"0"0,1 0 0,0 0 0,-1 0 0,1 0 0,0-1 0,-1 1 0,1 0 0,-1-1 0,1 1 0,0-1 0,0 1 0,-1-1 0,1 0 0,0 1 0,0-1 0,0 0 0,0 0 0,0 0 0,0 0 0,0 0 0,0 0 0,0 0 0,0 0 0,1-1 0,-1 1 0,0 0 0,1 0 0,-2-3 0,2 3 0,-1-1 0,0 0 0,0 1 0,1-1 0,-1 1 0,-1-1 0,1 1 0,0 0 0,0-1 0,0 1 0,-1 0 0,1 0 0,0 0 0,-3-1 0,2 2 0,0 0 0,-1 0 0,1 1 0,0 0 0,0-1 0,0 1 0,0 0 0,0 0 0,0 0 0,0 0 0,0 0 0,0 1 0,0-1 0,0 1 0,1-1 0,-1 1 0,1-1 0,-1 1 0,-1 3 0,-5 3 0,-16 9 0,12-8 0,11-8 0,4-1 0,1-1 16,-1 0 0,1 0-1,0 0 1,-1 1-1,1 0 1,0 0 0,7 1-1,14-1-1505,-13-3-5336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3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75 24575,'2'-7'0,"-14"17"0,11-9 0,0 0 0,0-1 0,-1 1 0,1 0 0,0 0 0,-1-1 0,1 1 0,0-1 0,-1 1 0,1-1 0,-1 0 0,1 0 0,-1 1 0,1-1 0,-1 0 0,1 0 0,-1 0 0,1-1 0,-1 1 0,1 0 0,-1 0 0,1-1 0,0 1 0,-1-1 0,1 1 0,-1-1 0,1 0 0,0 0 0,0 1 0,-1-1 0,1 0 0,0 0 0,0 0 0,0 0 0,0 0 0,0-1 0,0 1 0,0 0 0,1 0 0,-1-1 0,0 1 0,1 0 0,-1-1 0,0-2 0,0 2 0,1 0 0,-1 0 0,1 0 0,-1 0 0,1 0 0,0 0 0,0 0 0,0 0 0,0 0 0,1 0 0,-1 0 0,0 0 0,1 0 0,-1 0 0,1 0 0,0 0 0,0 1 0,0-1 0,0 0 0,0 0 0,0 1 0,0-1 0,0 0 0,1 1 0,-1-1 0,1 1 0,-1 0 0,1-1 0,-1 1 0,1 0 0,3-2 0,-4 3 0,-1 0 0,1 0 0,-1 0 0,1 0 0,-1 0 0,0-1 0,1 1 0,-1 0 0,1 1 0,-1-1 0,1 0 0,-1 0 0,1 0 0,-1 0 0,0 0 0,1 0 0,-1 0 0,1 1 0,-1-1 0,0 0 0,1 0 0,-1 1 0,1-1 0,-1 0 0,0 0 0,1 1 0,-1-1 0,0 0 0,0 1 0,1-1 0,-1 1 0,0-1 0,0 0 0,1 1 0,-1-1 0,0 1 0,0-1 0,0 1 0,0-1 0,0 0 0,0 1 0,0-1 0,0 1 0,0-1 0,0 1 0,0-1 0,0 1 0,0-1 0,0 0 0,0 1 0,0-1 0,0 1 0,0-1 0,-1 1 0,1-1 0,0 0 0,-1 1 0,-7 28 0,6-24-76,-2 5-67,-1 0 0,0-1-1,0 0 1,-1 0 0,0 0 0,-1-1-1,0 0 1,-11 11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3:2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24575,'2'40'0,"10"52"0,-4-30 0,15 90 92,2 31-1549,-23-161-5369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3:3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24575,'11'-1'0,"0"-1"0,0 0 0,0-1 0,12-4 0,7-2 0,72-17 0,28-8 0,176-22 0,-165 44 0,85-11 0,-99 4 0,182-4 0,-306 23 0,0 0 0,0-1 0,1 2 0,-1-1 0,0 0 0,0 1 0,1-1 0,-1 1 0,0 0 0,0 0 0,0 0 0,0 1 0,0-1 0,0 1 0,0-1 0,-1 1 0,4 3 0,-3-2 0,-1 0 0,0 1 0,0-1 0,0 1 0,-1 0 0,1 0 0,-1-1 0,0 1 0,0 0 0,0 0 0,-1 0 0,1 0 0,-1 7 0,19 518 0,-19-523 0,0-1 0,-1 1 0,0-1 0,0 0 0,0 1 0,-1-1 0,0 0 0,0 0 0,0 0 0,-1 0 0,1 0 0,-1-1 0,0 1 0,0-1 0,-1 0 0,0 0 0,1 0 0,-1 0 0,-1 0 0,1-1 0,0 0 0,-1 0 0,-5 3 0,-12 5 0,0-1 0,-1-2 0,0 0 0,-25 5 0,8-2 0,-24 7 0,-1-2 0,-124 13 0,-346-6 0,191-23-1365,325 0-5461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3:32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24575,'156'1'0,"245"32"0,341 108 0,-549-101 0,-95-19 0,102 18 0,-65-20 0,226 0 0,-158-7 0,-17-1 0,-163-9 0,1 0 0,25 6 0,43 4 0,62-13 0,65 3 0,-30 20 0,-12-21-1365,-145-1-5461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3:34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24575,'0'2'0,"1"-1"0,0 1 0,0 0 0,0 0 0,1-1 0,-1 1 0,0-1 0,1 1 0,-1-1 0,1 0 0,-1 1 0,1-1 0,-1 0 0,1 0 0,0 0 0,2 1 0,34 17 0,-38-19 0,198 71 0,-76-31 0,753 275 0,-872-314-19,146 56 161,-128-47-440,0 1 0,0 0 1,-1 2-1,30 24 1,-35-23-6529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3:4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1 341 24575,'49'-44'0,"2"2"0,88-54 0,-88 62 0,-22 16 0,1 1 0,0 1 0,2 2 0,0 1 0,0 1 0,1 2 0,35-6 0,-13 10 0,0 3 0,84 6 0,-26 0 0,76-5 0,212 5 0,-341 4 0,-1 2 0,0 4 0,90 30 0,-15-3 0,215 71 0,48 14 0,-303-98 0,191 39 0,-18-5 0,-15 3 0,279 90 0,-398-106 0,485 205 0,-435-149 0,2 2 0,262 150 0,-377-207 0,94 83 0,-99-77 0,-26-18 0,-2 2 0,-1 1 0,-3 2 0,47 74 0,42 55 0,-102-148 0,0-1 0,2 0 0,0-2 0,1-1 0,26 17 0,139 73 0,-8-6 0,-42 0 0,-88-63 0,-50-40 0,61 47 0,56 59 0,-70-70 113,2 3-1591,-39-28-5348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3:4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1 277 24575,'106'-2'0,"-51"-1"0,1 3 0,0 2 0,57 10 0,-79-2 0,-30-9 0,0 1 0,0-1 0,0 0 0,0 0 0,0 0 0,1 0 0,-1-1 0,0 0 0,7 0 0,-10-1 0,1 1 0,0-1 0,0 0 0,-1 0 0,1 0 0,0-1 0,-1 1 0,1 0 0,-1-1 0,1 1 0,-1-1 0,0 1 0,0-1 0,0 1 0,0-1 0,0 0 0,0 0 0,0 1 0,0-1 0,-1 0 0,1 0 0,-1 0 0,1 0 0,-1 0 0,0-3 0,5-28 0,-1 0 0,-2 0 0,-1-1 0,-7-59 0,2 73-1365,-1 5-5461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3:5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1 24575,'-9'7'0,"0"0"0,0-1 0,-1 0 0,0 0 0,0-1 0,-19 7 0,-8 5 0,-360 174 0,389-186 0,15-3 0,22-5 0,79-21 0,-1-6 0,190-80 0,-257 92 0,-309 120 0,263-100 0,-251 79-1365,199-65-5461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3:5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540 140 24575,'17'0'0,"34"1"0,1-2 0,-1-2 0,0-2 0,93-22 0,-141 26 0,0 0 0,0 0 0,1 1 0,-1-1 0,0 1 0,0 0 0,0 0 0,0 0 0,1 0 0,3 1 0,-7-1 0,0 0 0,0 0 0,0 0 0,0 0 0,0 0 0,0 0 0,1 0 0,-1 0 0,0 0 0,0 1 0,0-1 0,0 0 0,0 0 0,0 0 0,0 0 0,0 0 0,0 0 0,1 0 0,-1 0 0,0 1 0,0-1 0,0 0 0,0 0 0,0 0 0,0 0 0,0 0 0,0 0 0,0 1 0,0-1 0,0 0 0,0 0 0,0 0 0,0 0 0,0 0 0,0 1 0,0-1 0,0 0 0,0 0 0,0 0 0,0 0 0,0 0 0,0 0 0,0 0 0,0 1 0,-1-1 0,1 0 0,0 0 0,0 0 0,0 0 0,0 0 0,0 0 0,0 0 0,0 0 0,0 1 0,0-1 0,-1 0 0,1 0 0,0 0 0,0 0 0,0 0 0,0 0 0,-23 10 0,-44 8 0,-1-3 0,0-2 0,-82 3 0,-212-6 0,325-9 0,-2-1 0,17 1 0,0-1 0,1 0 0,-33-7 0,42 0 0,23 0 0,25-4 0,275-41 0,-128 23 0,-70 13 0,-54 9 0,0-3 0,79-24 0,-119 26 0,-24 4 0,-32 7 0,-86 13-1365,97-15-5461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23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50 24575,'1'0'0,"1"0"0,-1 0 0,1 0 0,-1 0 0,1 0 0,-1 0 0,1 0 0,-1 1 0,0-1 0,1 0 0,-1 1 0,0-1 0,1 1 0,-1 0 0,0-1 0,1 1 0,-1 0 0,0 0 0,0 0 0,0 0 0,0 0 0,0 0 0,0 0 0,0 0 0,0 0 0,0 1 0,-1-1 0,1 0 0,0 0 0,-1 1 0,1-1 0,-1 0 0,1 1 0,-1-1 0,0 1 0,1 1 0,-1-1 0,-1 0 0,1-1 0,0 1 0,-1 0 0,1 0 0,-1-1 0,0 1 0,1 0 0,-1-1 0,0 1 0,0-1 0,0 1 0,0-1 0,-1 1 0,1-1 0,0 0 0,0 1 0,-1-1 0,1 0 0,-1 0 0,1 0 0,-1 0 0,1 0 0,-1-1 0,0 1 0,1 0 0,-1-1 0,0 1 0,-2 0 0,-10 1 0,0 0 0,0 0 0,-21-1 0,-3-9 0,37 7 0,0 1 0,0-1 0,0 1 0,0-1 0,0 0 0,0 0 0,0 1 0,0-1 0,0 0 0,1 0 0,-1 0 0,0 0 0,0 0 0,1 0 0,-1 0 0,1 0 0,-1 0 0,1 0 0,-1 0 0,1 0 0,0 0 0,-1-1 0,1 1 0,0-2 0,1 0 0,-1 0 0,1 0 0,1 0 0,-1 0 0,0 0 0,1 0 0,-1 0 0,1 0 0,0 1 0,0-1 0,0 0 0,0 1 0,1 0 0,-1-1 0,1 1 0,-1 0 0,1 0 0,0 1 0,0-1 0,-1 0 0,1 1 0,4-2 0,-5 2 0,0 0 0,0 0 0,0 0 0,0 0 0,0 0 0,0 0 0,0 1 0,0-1 0,0 1 0,0-1 0,0 1 0,0 0 0,1 0 0,-1 0 0,0 0 0,0 0 0,0 0 0,0 1 0,0-1 0,1 1 0,-1-1 0,0 1 0,0 0 0,0 0 0,0 0 0,-1 0 0,1 0 0,0 0 0,0 1 0,-1-1 0,1 0 0,2 4 0,-4-6 0,0 0 0,-1 0 0,1 1 0,0-1 0,-1 0 0,1 0 0,0 0 0,0 0 0,0 0 0,0 0 0,0 0 0,0 0 0,0 0 0,0 0 0,0 0 0,1 0 0,-1 0 0,0 1 0,1-1 0,-1 0 0,0 0 0,1 0 0,-1 0 0,1 1 0,-1-1 0,1 0 0,0 0 0,-1 1 0,1-1 0,0 0 0,-1 1 0,1-1 0,0 1 0,1-1 0,1-1 0,0 0 0,0 1 0,0 0 0,0-1 0,1 1 0,-1 1 0,0-1 0,1 0 0,-1 1 0,0 0 0,4-1 0,-5 1 0,0 0 0,0 0 0,0 0 0,0 0 0,0 0 0,0 0 0,0 0 0,0 0 0,0 1 0,0-1 0,0 1 0,0 0 0,0-1 0,0 1 0,-1 0 0,1 0 0,0 0 0,-1 0 0,1 1 0,0-1 0,-1 0 0,0 1 0,1-1 0,-1 1 0,0-1 0,0 1 0,0 0 0,0-1 0,0 1 0,0 0 0,0 0 0,0 0 0,-1 0 0,1-1 0,-1 1 0,1 0 0,-1 0 0,0 0 0,0 0 0,0 0 0,0 0 0,0 0 0,0 0 0,-1 0 0,1 0 0,-1 2 0,1-3 0,-1 0 0,1 0 0,0 0 0,0 0 0,-1 0 0,1 0 0,-1 0 0,1 0 0,-1 0 0,1 0 0,-1 0 0,1 0 0,-1-1 0,0 1 0,1 0 0,-1 0 0,0-1 0,0 1 0,-1 0 0,2-1 0,-1 0 0,1 0 0,-1 0 0,0 0 0,1 0 0,-1 0 0,1 0 0,-1 0 0,1 0 0,-1 0 0,1-1 0,-1 1 0,1 0 0,-1 0 0,1-1 0,-1 1 0,1 0 0,-1-1 0,1 1 0,-1 0 0,1-1 0,0 1 0,-1-1 0,0 0 0,-1-2 0,0 0 0,0 0 0,1 0 0,-1 0 0,0 0 0,1 0 0,0-1 0,0 1 0,-1-6 0,2-14 24,0 7-1,-3 30-1435,2-3-5414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2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24575,'4'0'0,"5"0"0,6 0 0,3 0 0,-4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6:3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939 768 24575,'-21'2'0,"0"1"0,0 1 0,0 1 0,0 1 0,-21 9 0,11-5 0,-7 4 0,2 2 0,-1 2 0,2 1 0,1 1 0,0 2 0,2 1 0,0 2 0,2 1 0,-39 43 0,26-20 0,2 2 0,1 1 0,4 2 0,1 2 0,-26 61 0,38-62 0,2 0 0,2 1 0,4 2 0,1-1 0,3 2 0,-3 61 0,4 360 0,11-413 0,-1-24 0,15 285 0,-10-282 0,3 0 0,2 0 0,2 0 0,1-1 0,21 43 0,92 141 0,-22-47 0,-73-124 0,2-1 0,2-1 0,3-2 0,2-2 0,2-2 0,3-2 0,53 46 0,-80-78 0,32 28 0,2-2 0,57 35 0,-93-67 0,0-1 0,0-1 0,1 0 0,0-1 0,1-1 0,0 0 0,0-2 0,0 0 0,0-1 0,0 0 0,1-2 0,20 0 0,-27-3 0,1 0 0,-1 0 0,0-2 0,0 1 0,0-1 0,-1-1 0,0 0 0,1-1 0,15-11 0,9-8 0,46-44 0,-50 42 0,43-31 0,-28 28 0,-16 12 0,-2-1 0,0-1 0,-1-1 0,-2-1 0,0-2 0,25-29 0,-21 10 0,-1 0 0,-2-2 0,-3-1 0,31-78 0,54-210 0,-87 259 0,27-110 0,-8-2 0,-8-1 0,-8-2 0,0-341 0,-27 349 0,-8 1 0,-51-274 0,43 371 0,-3 1 0,-4 0 0,-3 2 0,-4 2 0,-4 1 0,-2 1 0,-79-114 0,107 176 0,-2 0 0,0 1 0,-1 1 0,-1 0 0,1 0 0,-2 2 0,0 0 0,0 0 0,-1 1 0,-1 1 0,1 1 0,-1 1 0,-1 0 0,1 1 0,-22-5 0,-73-29 0,92 31 0,1 0 0,-1 2 0,0 0 0,-1 1 0,0 2 0,0 0 0,0 1 0,0 1 0,-26 1 0,20 4 0,0 2 0,1 1 0,-1 2 0,2 0 0,-1 2 0,-45 24 0,-140 95 0,190-114 0,15-12 0,-15 10 0,0 0 0,1 2 0,1 0 0,0 1 0,1 1 0,0 1 0,2 0 0,-15 22 0,15-15 0,2 1 0,1 0 0,1 1 0,1 0 0,-8 36 0,-8 28-1365,24-77-5461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6:53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99 195 24575,'1'-7'0,"0"1"0,0-1 0,1 1 0,0-1 0,0 1 0,1 0 0,0-1 0,0 1 0,0 1 0,1-1 0,0 0 0,0 1 0,0 0 0,1 0 0,0 0 0,0 0 0,8-5 0,0 0 0,1-1 0,1 2 0,-1 0 0,1 1 0,30-12 0,-44 20 0,1-1 0,-1 1 0,1-1 0,-1 1 0,1 0 0,-1-1 0,0 1 0,1 0 0,-1 0 0,1 0 0,-1 0 0,1 0 0,-1 1 0,1-1 0,-1 0 0,1 1 0,-1-1 0,1 1 0,-1-1 0,0 1 0,1 0 0,-1-1 0,0 1 0,0 0 0,0 0 0,2 1 0,-1 1 0,0-1 0,0 1 0,-1 0 0,1 0 0,-1 0 0,1 0 0,-1 0 0,0 1 0,0-1 0,0 0 0,0 5 0,0 0 0,0 1 0,-1-1 0,0 0 0,0 0 0,0 1 0,-1-1 0,-1 0 0,0 0 0,-3 10 0,2-10 0,-1-1 0,0 0 0,-1 0 0,1-1 0,-1 1 0,0-1 0,-1 0 0,0 0 0,0-1 0,0 1 0,-1-2 0,1 1 0,-1-1 0,0 1 0,0-2 0,-1 1 0,-14 4 0,20-8 0,1 0 0,-1 0 0,0 1 0,1-1 0,-1 0 0,0-1 0,1 1 0,-1 0 0,0 0 0,1-1 0,-1 1 0,1-1 0,-1 1 0,1-1 0,-1 0 0,1 0 0,-1 1 0,1-1 0,0 0 0,-1 0 0,-1-2 0,1 0 0,-1 0 0,1 0 0,0-1 0,0 1 0,0 0 0,0-1 0,1 0 0,0 1 0,-2-5 0,1-1 0,0 1 0,1-1 0,0 1 0,0-1 0,1 1 0,0-1 0,3-16 0,0 16 0,0 1 0,1 0 0,0 1 0,0-1 0,1 1 0,0 0 0,0 0 0,0 0 0,1 1 0,0-1 0,13-9 0,-18 16 0,-1 0 0,0-1 0,0 1 0,1 0 0,-1-1 0,1 1 0,-1 0 0,0-1 0,1 1 0,-1 0 0,1 0 0,-1-1 0,1 1 0,-1 0 0,0 0 0,1 0 0,-1 0 0,1 0 0,-1 0 0,1-1 0,-1 1 0,1 0 0,-1 0 0,1 1 0,-1-1 0,1 0 0,-1 0 0,1 0 0,-1 0 0,1 0 0,-1 0 0,1 1 0,-1-1 0,7 17 0,-8 27 0,-1-33 0,-1 1 0,0-1 0,-1 1 0,0-1 0,-1-1 0,0 1 0,-1-1 0,0 1 0,-1-2 0,0 1 0,0-1 0,-1 0 0,0 0 0,-1-1 0,-10 8 0,18-15 0,0 0 0,0 0 0,-1 0 0,1 0 0,0 0 0,0-1 0,-1 1 0,1 0 0,0-1 0,-1 1 0,1-1 0,-1 0 0,1 1 0,-1-1 0,1 0 0,-1 0 0,1 0 0,0 0 0,-1 0 0,1 0 0,-1 0 0,1 0 0,-1-1 0,1 1 0,-1-1 0,1 1 0,0-1 0,-3 0 0,2-1 0,1 0 0,-1-1 0,0 1 0,0 0 0,1 0 0,-1-1 0,1 1 0,0-1 0,0 0 0,0 1 0,0-1 0,0 0 0,-1-5 0,1 0 0,0 0 0,0 0 0,1 0 0,-1 0 0,2 0 0,-1 0 0,1 0 0,1 0 0,-1 0 0,4-9 0,-2 13 0,0 0 0,0-1 0,1 1 0,-1 0 0,1 1 0,0-1 0,0 1 0,1 0 0,-1 0 0,0 0 0,1 0 0,0 1 0,0 0 0,5-2 0,-7 2 0,1 1 0,-1 0 0,0 0 0,0 0 0,0 1 0,1-1 0,-1 1 0,0 0 0,1 0 0,-1 0 0,0 0 0,1 0 0,-1 1 0,0-1 0,1 1 0,-1 0 0,0 0 0,0 0 0,0 1 0,0-1 0,0 1 0,0 0 0,4 3 0,-6-3 0,0 0 0,0 1 0,0-1 0,0 1 0,0-1 0,0 1 0,0-1 0,-1 1 0,0-1 0,1 1 0,-1 0 0,0-1 0,0 1 0,-1 0 0,1-1 0,0 1 0,-1 0 0,0-1 0,1 1 0,-1-1 0,0 1 0,0-1 0,-1 1 0,1-1 0,0 0 0,-1 0 0,1 0 0,-4 4 0,2-2 0,1 0 0,-1 0 0,0-1 0,0 1 0,0-1 0,-1 0 0,1 0 0,-1 0 0,0 0 0,1-1 0,-1 1 0,-1-1 0,1 0 0,0 0 0,0 0 0,-6 1 0,8-3 0,1-1 0,-1 1 0,1 0 0,0 0 0,-1-1 0,1 1 0,-1-1 0,1 0 0,0 1 0,0-1 0,-1 0 0,1 0 0,0 1 0,0-1 0,0 0 0,0 0 0,0 0 0,0 0 0,0-1 0,0 1 0,1 0 0,-1 0 0,0 0 0,1-1 0,-1 1 0,1 0 0,-1-1 0,1 1 0,0-1 0,-1 1 0,1 0 0,0-1 0,0 1 0,0-1 0,0 1 0,0-1 0,0 1 0,1 0 0,-1-3 0,1-2 0,-1 0 0,1 0 0,0 0 0,1 0 0,0 0 0,-1 0 0,2 1 0,2-7 0,-4 11 0,-1-1 0,1 1 0,0-1 0,0 1 0,0-1 0,1 1 0,-1 0 0,0-1 0,0 1 0,1 0 0,-1 0 0,1 0 0,-1 0 0,1 0 0,-1 0 0,3 0 0,-3 1 0,0 0 0,-1 0 0,1 0 0,0 0 0,0 0 0,0 0 0,-1 0 0,1 1 0,0-1 0,-1 0 0,1 1 0,0-1 0,0 0 0,-1 1 0,1-1 0,-1 1 0,1-1 0,0 1 0,-1-1 0,1 1 0,-1-1 0,1 1 0,-1-1 0,1 1 0,-1 1 0,2 2 0,0 0 0,0 0 0,0 0 0,-1 0 0,0 0 0,0 1 0,0-1 0,-1 0 0,1 1 0,-1-1 0,-1 7 0,0-1 0,-1 1 0,-1-1 0,1 1 0,-8 14 0,10-23 0,-1 0 0,1 0 0,-1 0 0,0 0 0,0 0 0,0 0 0,0 0 0,0-1 0,0 1 0,0 0 0,-1-1 0,1 1 0,-1-1 0,1 1 0,-1-1 0,1 0 0,-1 1 0,0-1 0,0 0 0,0 0 0,1 0 0,-1 0 0,0-1 0,0 1 0,0-1 0,0 1 0,0-1 0,-1 1 0,-3-1 0,5-1 0,-1 0 0,0 0 0,0-1 0,1 1 0,-1 0 0,0-1 0,1 1 0,0-1 0,-1 0 0,1 1 0,0-1 0,0 0 0,0 0 0,0 0 0,0 0 0,0 0 0,0 0 0,1 0 0,-1 0 0,1 0 0,0 0 0,-1 0 0,1 0 0,0 0 0,0 0 0,1-5 0,5-55 0,9 15 0,-15 45 0,1-1 0,0 1 0,1-1 0,-1 1 0,0 0 0,1 0 0,-1-1 0,1 1 0,0 0 0,-1 1 0,1-1 0,0 0 0,0 0 0,0 1 0,4-3 0,-5 4 0,0 0 0,-1 0 0,1 0 0,0 0 0,-1 0 0,1 0 0,0 0 0,-1 0 0,1 0 0,-1 1 0,1-1 0,0 0 0,-1 0 0,1 0 0,0 1 0,-1-1 0,1 1 0,-1-1 0,1 0 0,-1 1 0,1-1 0,-1 1 0,1-1 0,-1 1 0,1-1 0,-1 1 0,0-1 0,1 1 0,-1 0 0,0-1 0,1 1 0,-1-1 0,0 1 0,0 0 0,0-1 0,0 1 0,0 0 0,1-1 0,-1 1 0,0 0 0,0-1 0,-1 2 0,1 30 0,-1-29 0,0 0 0,-1 0 0,1-1 0,-1 1 0,0 0 0,1-1 0,-1 1 0,0-1 0,-1 0 0,1 0 0,0 0 0,-1 0 0,1 0 0,-5 3 0,6-5 0,1 1 0,-1-1 0,0 0 0,1 1 0,-1-1 0,0 0 0,0 1 0,1-1 0,-1 0 0,0 0 0,0 0 0,1 0 0,-1 1 0,0-1 0,0 0 0,0 0 0,1-1 0,-1 1 0,0 0 0,0 0 0,1 0 0,-1 0 0,0-1 0,0 1 0,1 0 0,-1-1 0,0 1 0,1-1 0,-1 1 0,0-1 0,1 1 0,-1-1 0,1 1 0,-1-1 0,1 1 0,-1-1 0,1 0 0,-1 1 0,1-1 0,-1 0 0,1 1 0,0-1 0,0 0 0,-1 0 0,1 1 0,0-1 0,0 0 0,0 0 0,0 0 0,0 1 0,0-1 0,0 0 0,0 0 0,0 1 0,0-1 0,0 0 0,0 0 0,1-1 0,-1 1 0,0-1 0,0 1 0,0-1 0,0 0 0,0 1 0,0-1 0,0 1 0,1-1 0,-1 1 0,0-1 0,1 1 0,0-1 0,-1 1 0,1 0 0,0-1 0,0 1 0,-1 0 0,1-1 0,0 1 0,0 0 0,1 0 0,-1 0 0,0 0 0,0 0 0,0 0 0,1 0 0,-1 0 0,0 0 0,1 1 0,-1-1 0,1 1 0,-1-1 0,1 1 0,-1-1 0,1 1 0,-1 0 0,3 0 0,-2 0 0,-1 0 0,1 1 0,-1-1 0,0 1 0,1-1 0,-1 1 0,0-1 0,0 1 0,1 0 0,-1 0 0,0 0 0,0-1 0,0 1 0,0 0 0,0 1 0,0-1 0,0 0 0,0 0 0,0 0 0,-1 0 0,1 1 0,0-1 0,-1 0 0,1 1 0,-1-1 0,0 0 0,1 1 0,-1-1 0,0 1 0,0-1 0,0 1 0,0-1 0,0 0 0,0 1 0,0-1 0,0 1 0,-1-1 0,1 1 0,0-1 0,-2 2 0,0 3 0,-1 0 0,0 0 0,0 0 0,-1 0 0,0-1 0,0 0 0,0 0 0,-1 0 0,1 0 0,-1-1 0,0 0 0,0 0 0,-1 0 0,1 0 0,-1-1 0,0 0 0,0 0 0,0-1 0,0 1 0,0-1 0,-1-1 0,1 1 0,-8 0 0,14-2 0,-1 0 0,0 0 0,0 0 0,0 0 0,1-1 0,-1 1 0,0 0 0,0 0 0,1 0 0,-1-1 0,0 1 0,0 0 0,1-1 0,-1 1 0,0-1 0,1 1 0,-1-1 0,1 1 0,-1-1 0,0 1 0,1-1 0,-1 0 0,1 1 0,0-1 0,-1 0 0,1 1 0,-1-1 0,1 0 0,0 0 0,0 1 0,-1-1 0,1 0 0,0 0 0,0 1 0,0-1 0,0 0 0,0 0 0,0 0 0,0 1 0,0-1 0,0 0 0,0 0 0,1 1 0,-1-1 0,0 0 0,0 0 0,1 1 0,-1-1 0,1 0 0,-1 0 0,0 1 0,1-1 0,0 0 0,27-37 0,-25 35 0,-1 1 0,0 0 0,0 0 0,1 0 0,-1 1 0,1-1 0,0 1 0,-1-1 0,1 1 0,0 0 0,0 0 0,0 0 0,0 0 0,0 1 0,0-1 0,0 1 0,0 0 0,5 0 0,-6 0 0,0 1 0,-1 0 0,1 0 0,0 0 0,-1 0 0,1 0 0,-1 0 0,1 0 0,-1 1 0,1-1 0,-1 0 0,0 1 0,0-1 0,0 1 0,0 0 0,0-1 0,0 1 0,0 0 0,0 0 0,0-1 0,-1 1 0,1 0 0,-1 0 0,0 0 0,1 0 0,-1 0 0,0 0 0,0-1 0,0 1 0,-1 0 0,0 4 0,0 3 0,0 1 0,-1-1 0,0 0 0,-1 0 0,0 0 0,0 0 0,-1 0 0,0-1 0,-1 1 0,0-1 0,0 0 0,-1-1 0,0 1 0,0-1 0,0 0 0,-1-1 0,0 0 0,-10 7 0,16-12 0,0-1 0,0 1 0,0-1 0,0 1 0,0-1 0,0 1 0,0-1 0,0 0 0,-1 1 0,1-1 0,0 0 0,0 0 0,0 0 0,0 0 0,0 0 0,0 0 0,-1 0 0,1 0 0,0-1 0,0 1 0,0 0 0,0-1 0,0 1 0,0-1 0,0 1 0,-2-2 0,2 1 0,-1-1 0,1 0 0,0 1 0,0-1 0,0 0 0,0 0 0,0 0 0,0 0 0,0 0 0,1 0 0,-1 0 0,1 0 0,-1-3 0,0-4 0,0-1 0,1 1 0,0-1 0,0 1 0,3-13 0,0 9 0,0 1 0,2 0 0,-1 0 0,1 0 0,1 0 0,0 1 0,9-13 0,-12 20 0,0-1 0,0 1 0,0 0 0,1 0 0,-1 0 0,1 1 0,0-1 0,0 1 0,1 0 0,-1 0 0,1 0 0,-1 0 0,1 1 0,0 0 0,0 0 0,0 0 0,0 1 0,0 0 0,9-2 0,-11 3 0,0 1 0,0-1 0,0 1 0,0-1 0,0 1 0,0 0 0,0 0 0,0 1 0,-1-1 0,1 0 0,0 1 0,-1 0 0,0-1 0,1 1 0,-1 0 0,0 0 0,0 0 0,0 1 0,0-1 0,0 0 0,0 1 0,-1-1 0,1 1 0,-1 0 0,0-1 0,0 1 0,0 0 0,0 0 0,0 0 0,0 0 0,-1 0 0,0 0 0,1 4 0,-1-3 0,1 1 0,-1-1 0,0 1 0,0-1 0,-1 0 0,1 1 0,-1-1 0,0 1 0,0-1 0,0 0 0,-1 0 0,1 1 0,-1-1 0,0 0 0,0 0 0,-1-1 0,1 1 0,-1 0 0,0-1 0,0 0 0,0 0 0,-4 4 0,2-4 0,0 0 0,-1-1 0,1 0 0,-1 0 0,1 0 0,-1 0 0,0-1 0,1 0 0,-1 0 0,0-1 0,0 1 0,0-1 0,0 0 0,0-1 0,1 0 0,-1 0 0,0 0 0,0 0 0,-10-5 0,13 4 0,0 1 0,0-1 0,0 1 0,1-1 0,-1 0 0,0 0 0,1-1 0,0 1 0,-1 0 0,1-1 0,0 1 0,0-1 0,0 0 0,1 0 0,-1 0 0,1 0 0,-1 0 0,1 0 0,0 0 0,0 0 0,1 0 0,-1-1 0,1 1 0,-1 0 0,1-1 0,0 1 0,0 0 0,0 0 0,1-1 0,-1 1 0,1 0 0,0 0 0,0-1 0,0 1 0,3-6 0,0 0 0,1 0 0,1 0 0,-1 0 0,1 1 0,1 0 0,-1 0 0,16-14 0,-4 7 0,1 0 0,25-16 0,-42 29 0,0 1 0,0 0 0,-1-1 0,1 1 0,0 0 0,0 0 0,0 1 0,0-1 0,0 0 0,0 1 0,0-1 0,1 1 0,-1-1 0,0 1 0,0 0 0,0 0 0,0 0 0,1 0 0,-1 1 0,0-1 0,0 0 0,0 1 0,3 0 0,-4 1 0,1 0 0,0 0 0,-1-1 0,0 1 0,1 0 0,-1 0 0,0 0 0,0 0 0,0 1 0,0-1 0,0 0 0,0 0 0,-1 1 0,1-1 0,-1 0 0,0 1 0,1-1 0,-1 0 0,0 1 0,0-1 0,-1 3 0,0 8 0,0-1 0,0 1 0,-2-1 0,1 0 0,-2 0 0,1 0 0,-7 14 0,7-21 0,1 0 0,0-1 0,-1 1 0,0 0 0,0-1 0,0 0 0,0 0 0,-1 0 0,0 0 0,0 0 0,0-1 0,0 0 0,0 1 0,-1-2 0,0 1 0,1 0 0,-1-1 0,0 0 0,-8 2 0,10-3 0,0-1 0,0 1 0,0-1 0,0 0 0,0 0 0,0-1 0,1 1 0,-1 0 0,0-1 0,0 0 0,0 1 0,1-1 0,-1-1 0,0 1 0,1 0 0,-1 0 0,1-1 0,-1 0 0,1 1 0,0-1 0,-1 0 0,1 0 0,0 0 0,0-1 0,1 1 0,-1 0 0,0-1 0,1 1 0,0-1 0,-1 1 0,1-1 0,0 0 0,0 1 0,0-1 0,1 0 0,-1 0 0,0-5 0,0 1 0,0 1 0,0-1 0,1 0 0,-1 0 0,2 1 0,-1-1 0,1 0 0,0 0 0,0 1 0,1-1 0,-1 0 0,2 1 0,-1 0 0,1-1 0,4-6 0,-6 10 0,1 0 0,0 1 0,-1-1 0,1 1 0,0 0 0,1 0 0,-1-1 0,0 1 0,1 1 0,-1-1 0,1 0 0,-1 1 0,1-1 0,0 1 0,0 0 0,0 0 0,0 0 0,0 0 0,0 0 0,0 0 0,0 1 0,0 0 0,0 0 0,0 0 0,0 0 0,0 0 0,0 0 0,0 1 0,0-1 0,0 1 0,0 0 0,3 2 0,-1-1 0,-2 1 0,1-1 0,0 1 0,-1 0 0,1 1 0,-1-1 0,0 1 0,0-1 0,0 1 0,-1 0 0,1 0 0,-1 0 0,0 0 0,0 1 0,0-1 0,-1 0 0,1 1 0,-1-1 0,0 1 0,0 7 0,-1-9 0,0 1 0,0 0 0,0-1 0,0 1 0,-1-1 0,1 1 0,-1 0 0,0-1 0,0 1 0,0-1 0,-1 0 0,1 1 0,-1-1 0,0 0 0,0 0 0,0 0 0,0 0 0,-3 2 0,3-3 0,1-1 0,-1 0 0,0 1 0,1-1 0,-1 0 0,0 0 0,0 0 0,1-1 0,-1 1 0,0 0 0,0-1 0,0 1 0,0-1 0,0 0 0,0 1 0,0-1 0,0 0 0,0 0 0,0 0 0,0-1 0,0 1 0,0 0 0,0-1 0,0 1 0,0-1 0,0 0 0,0 0 0,0 0 0,0 0 0,1 0 0,-1 0 0,0 0 0,-2-2 0,3 2 0,0-1 0,-1 1 0,1 0 0,0 0 0,0 0 0,-1-1 0,1 1 0,0-1 0,0 1 0,1-1 0,-1 1 0,0-1 0,0 1 0,1-1 0,-1 0 0,1 1 0,0-1 0,-1 0 0,1 0 0,0 1 0,0-1 0,0-3 0,1 2 0,0-1 0,0 0 0,0 1 0,0-1 0,1 0 0,-1 1 0,1 0 0,0-1 0,0 1 0,3-3 0,1-2 0,0 1 0,1-1 0,0 2 0,1-1 0,-1 1 0,1 0 0,11-6 0,-17 11 0,0 0 0,0 0 0,0 0 0,0 0 0,0 0 0,0 1 0,0-1 0,0 1 0,0-1 0,0 1 0,0 0 0,1 0 0,-1 0 0,0 0 0,0 0 0,0 0 0,0 1 0,0-1 0,4 2 0,-4-1 0,-1 0 0,1 0 0,-1 1 0,1-1 0,-1 0 0,0 1 0,0-1 0,0 1 0,0-1 0,0 1 0,0-1 0,0 1 0,0 0 0,-1-1 0,1 1 0,-1 0 0,1 0 0,0 2 0,-1 2 0,1 0 0,-1 0 0,0 0 0,0 1 0,0-1 0,-1 0 0,0 0 0,-1 0 0,1 0 0,-1 0 0,0-1 0,-5 10 0,3-8 0,-1-1 0,0 0 0,-1 0 0,1 0 0,-1-1 0,0 0 0,0 0 0,-1 0 0,-12 6 0,17-10 0,1 0 0,-1 0 0,0 0 0,0 0 0,0 0 0,-1 0 0,1 0 0,0-1 0,0 1 0,0-1 0,-1 1 0,1-1 0,0 0 0,0 0 0,0 0 0,-1 0 0,1-1 0,0 1 0,0-1 0,-1 1 0,1-1 0,0 0 0,0 1 0,0-1 0,0 0 0,0-1 0,0 1 0,0 0 0,1 0 0,-1-1 0,0 1 0,1-1 0,-1 0 0,1 1 0,-1-1 0,1 0 0,0 0 0,-2-4 0,1 4 0,1 0 0,0-1 0,0 1 0,0-1 0,1 1 0,-1-1 0,1 0 0,-1 1 0,1-1 0,0 0 0,0 1 0,0-1 0,0 0 0,0 1 0,1-1 0,-1 0 0,1 1 0,0-1 0,0 1 0,-1-1 0,3-2 0,0 1 0,0 0 0,0 0 0,0 1 0,0 0 0,0-1 0,1 1 0,-1 1 0,1-1 0,0 0 0,0 1 0,7-3 0,-2 0 0,0 2 0,1-1 0,-1 2 0,1-1 0,0 1 0,0 0 0,0 1 0,0 1 0,0-1 0,0 1 0,11 2 0,-18-2 0,-1 1 0,1-1 0,-1 0 0,1 1 0,-1 0 0,1 0 0,-1-1 0,0 1 0,1 1 0,-1-1 0,0 0 0,0 0 0,0 1 0,0 0 0,0-1 0,0 1 0,0 0 0,0 0 0,-1 0 0,1 0 0,-1 0 0,1 0 0,-1 0 0,0 0 0,0 1 0,0-1 0,0 1 0,0-1 0,-1 1 0,1-1 0,-1 1 0,1-1 0,-1 1 0,0-1 0,0 1 0,0-1 0,-1 4 0,0-1 0,-1 0 0,1 0 0,-1-1 0,0 1 0,0 0 0,-1-1 0,0 0 0,1 0 0,-1 1 0,-1-2 0,1 1 0,-1 0 0,1-1 0,-1 1 0,0-1 0,0 0 0,0 0 0,-6 2 0,8-4 0,-1 1 0,0-1 0,1 0 0,-1 0 0,0 0 0,1-1 0,-1 1 0,0-1 0,0 1 0,0-1 0,0 0 0,0 0 0,1 0 0,-1 0 0,0-1 0,0 1 0,0-1 0,0 0 0,1 0 0,-5-2 0,5 2 0,1 0 0,0 0 0,-1 0 0,1-1 0,0 1 0,0-1 0,0 1 0,0-1 0,0 1 0,0-1 0,0 1 0,1-1 0,-1 0 0,1 1 0,-1-1 0,1 0 0,-1 0 0,1 0 0,0 1 0,0-1 0,0 0 0,0 0 0,0 0 0,1 1 0,-1-1 0,0 0 0,1 0 0,-1 1 0,1-1 0,0 0 0,-1 1 0,1-1 0,2-2 0,-2 1 0,0 1 0,0-1 0,1 0 0,-1 1 0,1 0 0,0-1 0,0 1 0,0 0 0,0 0 0,0 0 0,0 0 0,0 0 0,1 0 0,-1 1 0,1-1 0,-1 1 0,1 0 0,-1 0 0,1 0 0,0 0 0,0 0 0,0 0 0,-1 1 0,1-1 0,0 1 0,0 0 0,0 0 0,4 0 0,-5 1 0,1 0 0,-1-1 0,0 1 0,0 0 0,0 0 0,0 1 0,0-1 0,0 0 0,0 1 0,0-1 0,-1 1 0,1-1 0,-1 1 0,1 0 0,-1 0 0,1 0 0,-1 0 0,0 0 0,0 0 0,0 0 0,0 0 0,0 0 0,-1 0 0,1 1 0,0-1 0,-1 0 0,0 0 0,0 1 0,0-1 0,0 0 0,0 1 0,0-1 0,0 0 0,-1 1 0,0 3 0,-1 2 0,-1-1 0,0 1 0,0-1 0,0 1 0,-1-1 0,0 0 0,0-1 0,-1 1 0,0-1 0,0 1 0,0-1 0,-1-1 0,-8 8 0,10-10 0,0 1 0,0-1 0,-1 0 0,1 0 0,0 0 0,-1-1 0,0 0 0,0 1 0,0-2 0,0 1 0,0 0 0,0-1 0,0 0 0,0 0 0,0-1 0,-1 0 0,1 1 0,0-2 0,0 1 0,-1-1 0,-6-1 0,8 0 0,0-1 0,0 1 0,0-1 0,1 0 0,-1 0 0,1 0 0,-1-1 0,1 1 0,0-1 0,0 0 0,1 0 0,-1 0 0,1 0 0,0 0 0,0-1 0,0 1 0,1-1 0,-1 1 0,0-6 0,0 3 0,0-1 0,1 0 0,0 1 0,0-1 0,1 0 0,0 0 0,0 0 0,1 1 0,0-1 0,3-15 0,-2 20 0,0 0 0,-1 1 0,1-1 0,0 0 0,1 1 0,-1-1 0,0 1 0,1 0 0,-1 0 0,1 0 0,0 0 0,-1 0 0,1 0 0,0 1 0,0 0 0,0-1 0,0 1 0,0 0 0,1 1 0,-1-1 0,0 0 0,0 1 0,1 0 0,-1 0 0,0 0 0,1 0 0,-1 0 0,0 1 0,5 0 0,-4 0 0,0-1 0,0 1 0,0 0 0,0 0 0,-1 0 0,1 0 0,0 1 0,-1-1 0,1 1 0,-1 0 0,1 0 0,-1 0 0,0 1 0,0-1 0,0 1 0,0 0 0,0 0 0,-1 0 0,1 0 0,-1 0 0,0 0 0,0 1 0,0-1 0,2 6 0,-3-2 0,-1 0 0,0 0 0,0 0 0,0 1 0,-1-1 0,0 0 0,0 0 0,-1 0 0,0 0 0,0-1 0,-4 10 0,5-14 0,0 1 0,0 0 0,0-1 0,-1 1 0,1-1 0,0 0 0,-1 1 0,0-1 0,0 0 0,1 0 0,-1 0 0,0 0 0,-1 0 0,1-1 0,0 1 0,0 0 0,-1-1 0,1 0 0,-1 0 0,1 1 0,-1-1 0,0-1 0,1 1 0,-1 0 0,0-1 0,0 1 0,1-1 0,-1 0 0,0 0 0,0 0 0,-4-1 0,5 0 0,0 0 0,0 0 0,-1-1 0,1 1 0,1-1 0,-1 1 0,0-1 0,0 0 0,1 1 0,-1-1 0,0 0 0,1 0 0,0 0 0,0 0 0,-1-1 0,1 1 0,1 0 0,-1 0 0,0-1 0,0 1 0,1 0 0,-1-1 0,1-3 0,-4-58 0,5 58 0,0 0 0,1 0 0,-1 0 0,1 0 0,0 0 0,1 0 0,0 1 0,-1-1 0,2 1 0,-1 0 0,1 0 0,-1 0 0,1 0 0,1 0 0,-1 1 0,1 0 0,5-4 0,-7 5 0,1 0 0,0 1 0,-1-1 0,1 1 0,0 0 0,0 0 0,1 0 0,-1 1 0,0 0 0,1-1 0,-1 2 0,1-1 0,-1 0 0,1 1 0,-1 0 0,1 0 0,-1 0 0,1 0 0,-1 1 0,1 0 0,-1 0 0,0 0 0,1 0 0,4 3 0,-6-3 0,-1 1 0,0-1 0,0 1 0,0-1 0,0 1 0,0 0 0,-1 0 0,1-1 0,0 1 0,-1 0 0,1 1 0,-1-1 0,0 0 0,0 0 0,0 1 0,0-1 0,0 0 0,0 1 0,-1-1 0,1 1 0,-1-1 0,1 1 0,-1-1 0,0 1 0,0-1 0,0 1 0,-1-1 0,1 1 0,0-1 0,-1 1 0,0-1 0,0 1 0,0-1 0,0 0 0,-2 5 0,-1 1 0,0 1 0,-1-1 0,0 0 0,-1-1 0,1 1 0,-2-1 0,1 0 0,-10 8 0,11-11 9,-1 0 1,1 0-1,0 0 0,-1-1 0,0 0 1,0 0-1,0 0 0,0-1 0,-1 0 0,1 0 1,0 0-1,-10 0 0,13-2-59,0 0 1,0-1-1,0 1 1,1-1-1,-1 0 1,0 0-1,0 0 1,0 0-1,1 0 1,-1 0-1,1-1 1,-1 0-1,1 1 1,-1-1-1,1 0 1,0 0-1,0 0 1,0 0-1,0 0 1,0-1-1,0 1 1,1-1-1,-1 1 1,1-1-1,0 0 1,0 1-1,0-1 1,0 0-1,-1-4 1,-4-14-6777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7:06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1107 621 24575,'-43'-1'0,"14"1"0,0 0 0,-41 6 0,60-4 0,-1 1 0,1-1 0,0 2 0,1-1 0,-1 1 0,1 1 0,-1 0 0,1 0 0,1 1 0,-13 10 0,-255 229 0,234-210 0,2 2 0,1 2 0,2 1 0,1 3 0,3 0 0,1 2 0,3 2 0,1 0 0,-21 52 0,13-9 0,4 0 0,4 2 0,4 1 0,4 2 0,4-1 0,-5 122 0,21-192 0,0 0 0,1 1 0,2-1 0,10 47 0,-9-57 0,1 0 0,0 1 0,1-2 0,1 1 0,0-1 0,1 0 0,0 0 0,1-1 0,14 15 0,4-1 0,1-2 0,1 0 0,1-2 0,1-1 0,52 25 0,180 71 0,-223-101 0,150 58 0,235 57 0,-289-99 0,1-6 0,232 15 0,-311-40 0,1-1 0,97-15 0,-120 8 0,-1 0 0,0-3 0,0 0 0,-1-3 0,53-27 0,-33 8 0,-1-3 0,-2-2 0,-2-2 0,-1-2 0,-2-2 0,74-92 0,-9-11 0,96-169 0,251-472 0,-453 778 0,25-45 0,-1-1 0,33-93 0,-56 131 0,-1-1 0,-1 0 0,0 0 0,-2 0 0,0-1 0,-1 1 0,0-1 0,-2 1 0,0-1 0,-2 1 0,1 0 0,-2 0 0,-7-20 0,-6-5 0,-2 0 0,-2 2 0,-1 1 0,-2 0 0,-2 2 0,-2 1 0,-1 1 0,-2 1 0,-1 2 0,-2 1 0,-1 2 0,-1 1 0,-2 2 0,0 1 0,-59-27 0,54 33 0,-2 3 0,-82-22 0,-98-6 0,185 37 0,-317-47 0,-559-14 0,631 74 0,242-2 0,0 3 0,1 1 0,-1 2 0,-58 21 0,89-26 14,0 1-1,1 1 0,-1 0 0,1 0 1,1 1-1,-1 1 0,1-1 1,-12 13-1,17-14-106,0-1 0,0 1 1,1 0-1,0 1 0,0-1 0,1 1 0,0 0 0,0-1 1,1 1-1,-1 0 0,1 1 0,1-1 0,-1 0 1,2 1-1,-1 8 0,1 20-6733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7:1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24575,'4'0'0,"6"0"0,-4 0 0,-6 0 0,-3-4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08:54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2310 24575,'3'-2'0,"0"1"0,0-1 0,0 0 0,0 0 0,0 0 0,-1 0 0,1-1 0,-1 1 0,1-1 0,-1 1 0,0-1 0,0 0 0,0 0 0,0 0 0,-1 0 0,2-4 0,5-5 0,125-163 0,12 18 0,-46 54 0,69-93 0,-46 51 0,141-128 0,-225 239 0,433-365 0,-407 352 0,2 4 0,2 2 0,2 4 0,1 2 0,135-44 0,-30 32 0,1 7 0,2 7 0,256-12 0,74-12 0,-108 7 0,71 6 0,779-59 0,108 76 0,-1154 27 0,-190 0-151,1-1-1,-1-1 0,0 0 0,0-1 1,0-1-1,-1 0 0,1-1 1,23-12-1,-28 13-6674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09:12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318 187 24575,'-3'-4'0,"0"-1"0,0 0 0,0 0 0,0 0 0,1 0 0,0 0 0,0-1 0,0 1 0,0-1 0,1 1 0,-1-8 0,-3-63 0,5 75 0,-1-1 0,1 0 0,0 0 0,0 1 0,0-1 0,0 0 0,0 0 0,1 0 0,-1 1 0,0-1 0,1 0 0,0 1 0,-1-1 0,1 0 0,0 1 0,-1-1 0,1 1 0,0-1 0,0 1 0,1-1 0,-1 1 0,2-3 0,-1 4 0,-1 0 0,1-1 0,-1 1 0,1 0 0,0 0 0,-1 0 0,1 0 0,-1 0 0,1 0 0,-1 1 0,1-1 0,-1 0 0,1 1 0,-1-1 0,1 1 0,-1 0 0,1-1 0,-1 1 0,0 0 0,2 1 0,6 4 0,1 1 0,-1 1 0,-1 0 0,1 0 0,10 15 0,-11-13 0,0 0 0,-1 1 0,0 0 0,-1 0 0,0 1 0,-1-1 0,-1 1 0,0 0 0,0 1 0,-1-1 0,0 1 0,-1-1 0,-1 1 0,0 23 0,-1-27 0,-1-1 0,0 0 0,0 0 0,-1 0 0,0 0 0,0 0 0,-1 0 0,0 0 0,0-1 0,-1 1 0,0-1 0,0 0 0,0 0 0,-1-1 0,0 1 0,-11 9 0,5-6 0,-2 0 0,1-1 0,-1 0 0,-1-1 0,0 0 0,0-1 0,-26 9 0,37-14 0,9 1 0,25 0 0,41-1 0,-6-4 0,85 4 0,-150-2 0,0 0 0,0 0 0,1 0 0,-1 0 0,0 1 0,1-1 0,-1 0 0,0 1 0,0-1 0,0 1 0,0 0 0,0-1 0,1 1 0,-1 0 0,0 0 0,0-1 0,-1 1 0,1 0 0,0 0 0,0 0 0,0 0 0,-1 0 0,1 1 0,0-1 0,-1 0 0,2 2 0,-2 1 0,1-1 0,-1 0 0,1 1 0,-1-1 0,0 1 0,0-1 0,0 0 0,-1 1 0,1-1 0,-2 5 0,0 0 0,-1 0 0,0 0 0,0 0 0,-1 0 0,0-1 0,0 1 0,0-1 0,-7 7 0,-13 7 0,-1-1 0,-1-1 0,-55 30 0,78-48 0,-24 14 0,-1-2 0,0-1 0,-1-1 0,-1-1 0,0-2 0,0-1 0,0-1 0,-1-2 0,0-1 0,0-2 0,-31-1 0,41-1-1365,3 1-5461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09:50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221 215 24575,'3'-3'0,"1"1"0,0-1 0,-1 0 0,0 0 0,0 0 0,1-1 0,-2 1 0,1-1 0,0 0 0,-1 1 0,4-9 0,0 2 0,-3 6 0,8-13 0,1 2 0,25-28 0,-35 40 0,0 1 0,1 0 0,-1-1 0,1 1 0,-1 0 0,1 0 0,0 0 0,0 1 0,0-1 0,0 1 0,0-1 0,0 1 0,0 0 0,0 0 0,0 0 0,1 1 0,-1-1 0,0 1 0,1 0 0,-1 0 0,0 0 0,1 0 0,-1 1 0,0-1 0,5 2 0,-6 0 0,0-1 0,0 1 0,0 0 0,-1 0 0,1 0 0,0 1 0,-1-1 0,1 0 0,-1 1 0,0-1 0,0 0 0,0 1 0,0 0 0,0-1 0,0 1 0,-1-1 0,0 1 0,1 0 0,-1 0 0,0-1 0,0 1 0,0 0 0,-1 4 0,1-4 0,0 1 0,-1-1 0,1 0 0,0 1 0,-1-1 0,0 1 0,0-1 0,0 0 0,0 0 0,-1 1 0,1-1 0,-1 0 0,0 0 0,0 0 0,0-1 0,0 1 0,0 0 0,-4 2 0,-3-2 0,-1 0 0,1-1 0,-1 0 0,1-1 0,-1 0 0,0-1 0,0 0 0,1 0 0,-20-4 0,-12 2 0,39 2 0,0-1 0,0 1 0,-1 0 0,1 0 0,0-1 0,0 1 0,0-1 0,0 0 0,0 1 0,0-1 0,0 0 0,0 0 0,0 0 0,1-1 0,-1 1 0,0 0 0,1-1 0,-1 1 0,1-1 0,-1 0 0,1 1 0,0-1 0,-1 0 0,1 0 0,0 0 0,0 0 0,1 0 0,-2-4 0,0 2 0,1-1 0,1 0 0,-1 0 0,1 1 0,0-1 0,0 0 0,0 0 0,0 0 0,1 0 0,0 1 0,0-1 0,3-7 0,-2 10 0,-1-1 0,1 1 0,-1 0 0,1 0 0,0 0 0,0 0 0,0 0 0,1 0 0,-1 1 0,0-1 0,0 1 0,1 0 0,-1-1 0,1 1 0,0 0 0,-1 0 0,1 1 0,0-1 0,-1 0 0,1 1 0,0 0 0,-1 0 0,1 0 0,0 0 0,0 0 0,0 0 0,-1 1 0,5 0 0,-4-1 0,1 1 0,-1-1 0,1 1 0,-1 0 0,0 0 0,1 0 0,-1 0 0,0 1 0,0-1 0,0 1 0,0 0 0,0 0 0,0 0 0,0 0 0,-1 0 0,1 1 0,-1-1 0,0 1 0,1 0 0,-1-1 0,0 1 0,2 5 0,-3-2 0,0 0 0,0-1 0,-1 1 0,1 0 0,-1 0 0,-1-1 0,1 1 0,-1 0 0,0-1 0,0 1 0,-1 0 0,-2 6 0,3-10 0,0 0 0,0 0 0,1-1 0,-2 1 0,1 0 0,0 0 0,0-1 0,0 1 0,-1-1 0,1 1 0,-1-1 0,1 1 0,-1-1 0,0 0 0,1 0 0,-1 0 0,0 0 0,0 0 0,0 0 0,0-1 0,0 1 0,0 0 0,0-1 0,0 0 0,0 1 0,0-1 0,0 0 0,0 0 0,0 0 0,0 0 0,0 0 0,0-1 0,0 1 0,0-1 0,0 1 0,0-1 0,-3-1 0,4 1 0,-1 1 0,1-1 0,0 0 0,-1 0 0,1 1 0,0-1 0,0 0 0,-1 0 0,1 0 0,0 0 0,0-1 0,0 1 0,0 0 0,0 0 0,0-1 0,1 1 0,-1 0 0,0-1 0,1 1 0,-1-1 0,1 1 0,-1-3 0,0 0 0,1 0 0,0 0 0,0 1 0,0-1 0,1 0 0,-1 0 0,1 0 0,0 1 0,2-5 0,0-1 0,0 1 0,1 0 0,0 0 0,0 0 0,1 0 0,0 1 0,8-9 0,-12 15 0,0-1 0,0 1 0,0 0 0,0 0 0,0 0 0,0 0 0,0 0 0,1 0 0,-1 0 0,0 1 0,1-1 0,-1 0 0,0 1 0,1-1 0,-1 1 0,1-1 0,-1 1 0,1 0 0,-1-1 0,1 1 0,-1 0 0,1 0 0,0 0 0,1 1 0,-1 0 0,-1 0 0,1 0 0,-1 0 0,1 0 0,-1 0 0,0 1 0,0-1 0,1 0 0,-1 1 0,0-1 0,0 1 0,-1 0 0,1-1 0,0 1 0,0 0 0,-1-1 0,1 3 0,3 12 0,-1-1 0,0 1 0,0 25 0,-3-37 0,0-1 0,1 0 0,-1 0 0,0 0 0,0-1 0,-1 1 0,1 0 0,-1 0 0,1-1 0,-1 1 0,0 0 0,0-1 0,0 1 0,0 0 0,0-1 0,-1 1 0,1-1 0,-1 0 0,1 0 0,-1 1 0,0-1 0,0 0 0,0 0 0,0-1 0,-1 1 0,-3 2 0,2-2 0,-1 0 0,1-1 0,0 0 0,-1 0 0,1 0 0,0-1 0,-1 1 0,1-1 0,-1 0 0,1-1 0,-1 1 0,1-1 0,-1 1 0,1-1 0,0-1 0,-5-1 0,6 1 0,0 0 0,0 0 0,0 0 0,0-1 0,1 0 0,-1 1 0,1-1 0,-1 0 0,1 0 0,0 0 0,0 0 0,1-1 0,-1 1 0,1-1 0,-1 1 0,1-1 0,0 1 0,0-1 0,1 1 0,-1-1 0,1 0 0,0 0 0,0 1 0,0-1 0,1-5 0,-1 2 0,0 0 0,0 0 0,1 0 0,0 0 0,0 0 0,1 0 0,0 0 0,0 1 0,1-1 0,0 1 0,0-1 0,8-10 0,-6 12 0,0 1 0,1 0 0,-1 0 0,1 0 0,0 1 0,0 0 0,0 0 0,1 1 0,-1-1 0,1 1 0,-1 1 0,1-1 0,0 1 0,0 0 0,0 1 0,-1 0 0,1 0 0,0 0 0,13 3 0,-16-1 0,0 0 0,-1-1 0,1 1 0,-1 1 0,0-1 0,0 0 0,0 1 0,0 0 0,0-1 0,0 1 0,-1 0 0,1 1 0,-1-1 0,0 0 0,0 1 0,3 5 0,0 3 0,0-1 0,0 1 0,5 24 0,-9-32 0,0 0 0,0-1 0,-1 1 0,1 0 0,-1-1 0,0 1 0,0 0 0,0-1 0,-1 1 0,1 0 0,-1-1 0,0 1 0,0-1 0,0 1 0,0-1 0,-1 1 0,1-1 0,-1 0 0,-4 7 0,1-7 0,1 1 0,-1 0 0,0-1 0,0 0 0,0 0 0,0 0 0,0-1 0,-1 1 0,1-1 0,-1 0 0,-10 1 0,5 0 0,0-1 0,0 0 0,1-1 0,-1 0 0,0 0 0,0-1 0,-12-2 0,20 1 0,0 1 0,0-1 0,1 1 0,-1-1 0,0 0 0,1 0 0,-1 0 0,1-1 0,0 1 0,-1 0 0,1-1 0,0 0 0,0 1 0,0-1 0,0 0 0,0 0 0,0 0 0,0-1 0,1 1 0,-1 0 0,1-1 0,-1 1 0,1-1 0,0 1 0,0-1 0,0 1 0,1-1 0,-1 0 0,1 1 0,-1-1 0,1 0 0,0-4 0,0-2 0,0 0 0,0 0 0,1 0 0,1 0 0,0 0 0,0 1 0,0-1 0,1 0 0,7-13 0,-9 19 0,1 0 0,-1 1 0,1-1 0,0 0 0,0 1 0,0-1 0,0 1 0,0 0 0,1 0 0,-1 0 0,1 0 0,-1 0 0,1 0 0,0 1 0,0-1 0,-1 1 0,1 0 0,0 0 0,0 0 0,1 0 0,-1 0 0,0 1 0,0-1 0,0 1 0,0 0 0,0 0 0,1 0 0,-1 0 0,0 1 0,0-1 0,4 2 0,-4-1 0,0 1 0,0 0 0,0-1 0,0 1 0,0 0 0,0 1 0,-1-1 0,1 0 0,-1 1 0,0-1 0,0 1 0,1 0 0,-2 0 0,1 0 0,0 0 0,-1 0 0,1 0 0,-1 0 0,0 0 0,0 1 0,0-1 0,-1 0 0,1 1 0,-1-1 0,1 5 0,-1-3 0,1 1 0,-1 0 0,0 0 0,0-1 0,-1 1 0,1 0 0,-1 0 0,-1-1 0,1 1 0,-1-1 0,0 1 0,0-1 0,0 0 0,-5 7 0,2-7 0,0 0 0,0 0 0,-1-1 0,0 0 0,0 0 0,0 0 0,0-1 0,0 0 0,-1 0 0,1-1 0,-1 1 0,0-1 0,-11 1 0,-11 2 0,-55 1 0,66-6 0,10 1 0,0-2 0,0 1 0,1-1 0,-1 0 0,0 0 0,1-1 0,-1 0 0,1 0 0,0-1 0,-1 0 0,-8-6 0,14 8 0,-1-1 0,1 0 0,0 1 0,0-1 0,0 0 0,0 0 0,0 0 0,1-1 0,-1 1 0,0 0 0,1-1 0,0 1 0,0-1 0,-1 1 0,2-1 0,-1 0 0,0 1 0,0-1 0,1 0 0,0 1 0,-1-1 0,1 0 0,0 0 0,0 0 0,1 1 0,-1-1 0,0 0 0,1 0 0,0 1 0,0-1 0,0 0 0,0 1 0,0-1 0,0 1 0,2-4 0,1 1 0,0-1 0,1 0 0,-1 1 0,1 0 0,0 0 0,0 0 0,1 1 0,-1-1 0,1 1 0,0 1 0,0-1 0,0 1 0,1 0 0,-1 1 0,1-1 0,-1 1 0,1 0 0,12-1 0,5-1 0,0 1 0,0 2 0,1 0 0,26 3 0,-46-2 0,0 1 0,-1-1 0,1 1 0,0 0 0,-1 1 0,1-1 0,-1 1 0,0 0 0,1 0 0,-1 0 0,0 0 0,0 1 0,0 0 0,-1 0 0,1 0 0,-1 0 0,4 4 0,-5-4 0,0 0 0,0 1 0,0-1 0,-1 0 0,1 1 0,-1-1 0,0 1 0,0 0 0,0-1 0,0 1 0,-1 0 0,0-1 0,1 1 0,-1 0 0,-1-1 0,1 1 0,0 0 0,-1 0 0,0-1 0,0 1 0,0-1 0,-2 5 0,3-7 0,-1 0 0,1 0 0,0 0 0,-1 0 0,1 0 0,-1 0 0,1 0 0,-1 0 0,1 0 0,-1-1 0,0 1 0,1 0 0,-1 0 0,0-1 0,0 1 0,1 0 0,-1-1 0,-1 1 0,1-1 0,1 0 0,-1 0 0,1 0 0,0 0 0,-1 0 0,1 0 0,-1 0 0,1 0 0,-1 0 0,1 0 0,0-1 0,-1 1 0,1 0 0,0 0 0,-1 0 0,1-1 0,-1 1 0,1 0 0,0-1 0,-1 1 0,1 0 0,0-1 0,0 1 0,-1 0 0,1-1 0,0 1 0,-1-1 0,0-1 0,1 0 0,-1-1 0,0 1 0,0 0 0,1 0 0,-1 0 0,1-1 0,0 1 0,-1 0 0,1-1 0,0 1 0,0 0 0,1 0 0,-1-1 0,1-2 0,12-14 0,-13 19 0,0 0 0,1-1 0,-1 1 0,1 0 0,-1 0 0,1 0 0,0 0 0,-1 0 0,1 0 0,-1 0 0,1 0 0,-1 0 0,1 0 0,-1 0 0,1 0 0,-1 0 0,1 0 0,-1 0 0,1 0 0,-1 0 0,1 1 0,-1-1 0,1 0 0,0 1 0,1 0 0,-1 1 0,1-1 0,-1 1 0,0 0 0,1 0 0,-1-1 0,0 1 0,0 0 0,0 0 0,0 0 0,0 0 0,-1 0 0,1 0 0,-1 0 0,1 0 0,-1 4 0,1-2 0,-1 0 0,0 0 0,-1 0 0,1 0 0,-1 0 0,0 0 0,0 0 0,0 0 0,0 0 0,-1-1 0,1 1 0,-1 0 0,0-1 0,0 1 0,0-1 0,-1 0 0,1 1 0,-1-1 0,0 0 0,0-1 0,0 1 0,0 0 0,0-1 0,-1 0 0,1 0 0,-1 0 0,1 0 0,-1 0 0,0-1 0,-7 2 0,6-1 0,1-1 0,-1 0 0,1 0 0,-1-1 0,1 1 0,-1-1 0,0 0 0,1 0 0,-1-1 0,1 1 0,-1-1 0,0 0 0,1 0 0,0-1 0,-1 1 0,1-1 0,0 0 0,0 0 0,0-1 0,0 1 0,0-1 0,0 0 0,1 0 0,-1 0 0,1 0 0,0-1 0,-3-3 0,1-2 0,0 0 0,1 0 0,0 0 0,0 0 0,1-1 0,0 1 0,0-1 0,1 0 0,1 0 0,0 0 0,0 0 0,1 0 0,0 0 0,1 0 0,2-12 0,-2 20 0,-1 1 0,1-1 0,0 1 0,0-1 0,0 0 0,0 1 0,0 0 0,0-1 0,0 1 0,0 0 0,1-1 0,-1 1 0,0 0 0,1 0 0,-1 0 0,1 0 0,0 0 0,-1 1 0,1-1 0,0 0 0,-1 1 0,1-1 0,0 1 0,0 0 0,-1-1 0,1 1 0,0 0 0,0 0 0,-1 0 0,1 0 0,0 1 0,0-1 0,0 0 0,-1 1 0,1-1 0,0 1 0,-1 0 0,1-1 0,2 2 0,2 1 0,0 0 0,0 0 0,0 0 0,-1 1 0,1 0 0,-1 0 0,0 0 0,0 1 0,6 6 0,-8-7 0,0 0 0,0 0 0,0 0 0,0 1 0,-1-1 0,0 1 0,0-1 0,0 1 0,0 0 0,-1 0 0,0-1 0,0 1 0,0 0 0,-1 0 0,1 0 0,-1 1 0,0-1 0,-1 5 0,-1-5 0,0 0 0,0 0 0,0 0 0,-1-1 0,1 1 0,-1-1 0,0 1 0,-1-1 0,1 0 0,-1 0 0,1-1 0,-1 1 0,-1-1 0,1 0 0,0 0 0,-1 0 0,-5 3 0,-47 20 0,53-24 0,0-1 0,0 0 0,0 0 0,0 0 0,0 0 0,0-1 0,0 1 0,0-1 0,0 0 0,0 0 0,0-1 0,0 1 0,-5-2 0,8 1 0,-1 0 0,0 0 0,1 0 0,-1 0 0,1 0 0,0-1 0,-1 1 0,1 0 0,0-1 0,0 1 0,0-1 0,0 1 0,0-1 0,0 1 0,0-1 0,1 0 0,-1 0 0,1 1 0,-1-1 0,1 0 0,-1 0 0,1 0 0,0 1 0,0-1 0,0 0 0,0 0 0,0 0 0,1 0 0,-1 1 0,0-1 0,1-2 0,0-1 0,1 0 0,-1 0 0,1 0 0,0 0 0,0 0 0,0 0 0,1 0 0,-1 1 0,6-7 0,1 2 0,0 2 0,0-1 0,1 1 0,0 1 0,0-1 0,0 2 0,1-1 0,0 2 0,0-1 0,0 1 0,0 1 0,1 0 0,0 1 0,21-2 0,-31 4 0,0 1 0,-1-1 0,1 1 0,-1 0 0,1-1 0,-1 1 0,1 0 0,-1 0 0,1 0 0,-1 0 0,0 0 0,0 0 0,1 0 0,-1 1 0,0-1 0,0 0 0,0 1 0,0-1 0,-1 1 0,1-1 0,0 1 0,0-1 0,-1 1 0,1-1 0,-1 1 0,0 0 0,1-1 0,-1 1 0,0 0 0,0-1 0,0 4 0,-2 64 0,1-51 0,0-12 0,0 1 0,0 0 0,0-1 0,-1 0 0,0 1 0,0-1 0,0 0 0,-1 0 0,-7 11 0,9-15 0,0 0 0,0-1 0,0 1 0,0-1 0,-1 0 0,1 1 0,0-1 0,-1 0 0,1 0 0,-1 0 0,1 0 0,-1 0 0,0 0 0,1 0 0,-1-1 0,0 1 0,0 0 0,1-1 0,-1 0 0,0 1 0,0-1 0,0 0 0,0 0 0,1 0 0,-1 0 0,0 0 0,0-1 0,0 1 0,0 0 0,1-1 0,-1 1 0,0-1 0,0 0 0,1 0 0,-1 0 0,0 1 0,1-1 0,-1-1 0,1 1 0,-3-2 0,1 0 0,-1-1 0,1 0 0,0 0 0,0 0 0,1 0 0,-1 0 0,1-1 0,-1 1 0,2-1 0,-1 0 0,0 1 0,1-1 0,0 0 0,0 0 0,0 0 0,1 0 0,-1-5 0,1 7 0,0 0 0,0-1 0,0 1 0,0 0 0,0 0 0,1 0 0,-1-1 0,1 1 0,0 0 0,0 0 0,0 0 0,0 0 0,0 0 0,1 0 0,0 1 0,-1-1 0,1 0 0,0 1 0,0-1 0,0 1 0,1 0 0,-1 0 0,0 0 0,1 0 0,0 0 0,4-2 0,0 2 0,1 0 0,-1 0 0,1 1 0,-1 0 0,1 0 0,-1 1 0,1 0 0,0 0 0,11 3 0,-18-3 0,1 0 0,-1 1 0,1-1 0,0 0 0,-1 1 0,1 0 0,-1-1 0,0 1 0,1 0 0,-1 0 0,0 0 0,1 0 0,-1 0 0,0 0 0,0 0 0,0 0 0,0 1 0,0-1 0,2 3 0,-3-2 0,0 0 0,1 0 0,-1 0 0,0 0 0,0 0 0,0 0 0,0 0 0,-1 0 0,1 0 0,-1 0 0,1 0 0,-1 0 0,0 0 0,1 0 0,-1 0 0,0-1 0,0 1 0,0 0 0,-1 0 0,-1 1 0,-3 5 0,-1-1 0,0 0 0,-1 0 0,0-1 0,0 0 0,0 0 0,-1-1 0,1 0 0,-1 0 0,0-1 0,-1-1 0,1 1 0,-1-1 0,0-1 0,1 0 0,-1 0 0,0-1 0,0 0 0,-17-1 0,24-1 0,1 1 0,-1-1 0,0 0 0,1 0 0,-1 0 0,0 0 0,1 0 0,0 0 0,-1-1 0,1 1 0,0-1 0,-1 0 0,1 0 0,0 0 0,1 0 0,-1 0 0,0 0 0,0 0 0,1 0 0,-1-1 0,1 1 0,0-1 0,0 1 0,0-1 0,0 1 0,0-1 0,0 0 0,1 1 0,-1-1 0,1-5 0,-1-1 0,0 0 0,0-1 0,1 1 0,1 0 0,0 0 0,0 0 0,0 0 0,5-12 0,-6 18 0,1 1 0,0 0 0,-1 0 0,1 0 0,0 1 0,0-1 0,1 0 0,-1 0 0,0 0 0,1 1 0,-1-1 0,1 1 0,-1-1 0,1 1 0,0-1 0,-1 1 0,1 0 0,0 0 0,0 0 0,0 0 0,0 0 0,0 1 0,0-1 0,0 0 0,0 1 0,0 0 0,1-1 0,-1 1 0,0 0 0,0 0 0,0 0 0,0 0 0,5 1 0,-4 0 0,1 0 0,0 1 0,-1-1 0,1 1 0,-1-1 0,0 1 0,1 0 0,-1 1 0,0-1 0,0 0 0,0 1 0,0-1 0,-1 1 0,1 0 0,-1 0 0,0 0 0,0 0 0,3 6 0,-1 0 0,0 0 0,-1 0 0,0 0 0,0 0 0,-1 0 0,-1 1 0,2 14 0,-3-21 0,0-1 0,0 1 0,0-1 0,-1 0 0,1 1 0,-1-1 0,1 0 0,-1 0 0,0 1 0,0-1 0,0 0 0,0 0 0,0 0 0,0 0 0,-1 0 0,1 0 0,-1 0 0,1-1 0,-1 1 0,0 0 0,1-1 0,-1 1 0,0-1 0,0 0 0,0 1 0,0-1 0,0 0 0,-1 0 0,1-1 0,0 1 0,0 0 0,-1-1 0,1 1 0,-5-1 0,3 1 9,-1 0 1,0-1-1,1 0 0,-1 0 0,1 0 1,-1 0-1,0-1 0,1 0 0,-1 0 0,1 0 1,-1 0-1,-6-4 0,8 3-74,1 1 1,0-1-1,0 0 1,0 0-1,0 0 1,0 0-1,1 0 0,-1 0 1,1 0-1,-1-1 1,1 1-1,0 0 1,0-1-1,0 1 0,0-1 1,0 0-1,1 1 1,-1-1-1,1 0 1,-1 1-1,1-1 1,0-4-1,0-7-6761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09:57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4183 5579 24575,'-154'2'0,"-166"-4"0,128-12 0,-150-5 0,-1542 20 0,1874-1 0,0 0 0,0-1 0,0 0 0,0 0 0,0-1 0,0-1 0,1 1 0,-1-1 0,1-1 0,0 0 0,0 0 0,0-1 0,0 0 0,1-1 0,0 0 0,0 0 0,1-1 0,-1 1 0,1-2 0,1 1 0,-9-12 0,-14-21 0,2-2 0,1 0 0,2-2 0,3-1 0,-29-80 0,-68-257 0,-31-109 0,132 430 0,-110-424 0,-16-217 0,-3-7 0,101 531 0,-30-168 0,73 330 0,-67-571 0,64 238 0,7 189 0,-2-419 0,0 575 0,1-1 0,-1 0 0,0 0 0,0 0 0,-1 0 0,1 1 0,-1-1 0,0 0 0,-1 0 0,1 0 0,-4-6 0,-1 38 0,3 123 0,7 0 0,39 261 0,-24-190 0,4 19 0,24 72 0,18 97 0,-21-195 0,84 346 0,4 26 0,100 546 0,-175-873 0,30 117 0,-52-224 0,-23-88 0,4 0 0,30 80 0,-44-140 0,0 0 0,0 0 0,0 0 0,1-1 0,-1 1 0,1-1 0,0 1 0,0-1 0,0 0 0,1 0 0,-1-1 0,1 1 0,-1-1 0,1 1 0,0-1 0,0 0 0,0-1 0,0 1 0,0-1 0,1 1 0,7 0 0,7 0 0,-1 0 0,1-1 0,37-4 0,-7 0 0,671-12 0,-712 15 0,1098-4 0,-585 7 0,-477-3 0,65-1 0,0 4 0,113 20 0,-161-14 0,1-3 0,-1-2 0,1-3 0,92-10 0,-2 5-1365,-138 4-5461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0:18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49 24575,'0'1'0,"0"0"0,1 0 0,0-1 0,-1 1 0,1 0 0,-1 0 0,1 0 0,0 0 0,0-1 0,-1 1 0,1 0 0,0-1 0,0 1 0,0-1 0,0 1 0,0-1 0,0 1 0,0-1 0,0 0 0,0 1 0,0-1 0,0 0 0,0 0 0,0 0 0,0 0 0,0 1 0,2-2 0,35 3 0,-33-1 0,11-2 0,0-1 0,0 0 0,0-1 0,0-1 0,27-10 0,-26 8 0,0 1 0,1 1 0,-1 0 0,29-2 0,468 5 0,-232 4 0,-213-3 0,-50 0 0,-50 0 0,-139-3 0,-191 6 0,207 14 0,-643-18 0,786 1 0,1 1 0,-1 0 0,0 1 0,-20 6 0,97-4 0,772-4 0,-562-17 0,181 18 0,-434-2 44,0-2 0,44-9 1,28-4-1543,-83 15-5328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0:2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24575,'38'-2'0,"73"-13"0,-74 9 0,1 1 0,42-1 0,145 18 0,-166-8 0,237 7 0,72-14 0,-236-3 0,204 5 0,-174 2 0,-115 1 0,68 12 0,-69-7 0,74 3 0,-83-11-1365,-25 1-5461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18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1 323 24575,'5'180'0,"-3"-150"0,2 0 0,1 0 0,17 54 0,-22-84 0,0 0 0,-1 1 0,1-1 0,0 0 0,0 0 0,0 0 0,0 0 0,0 0 0,0 0 0,0 1 0,0-1 0,0 0 0,0 0 0,0 0 0,0 0 0,0 0 0,0 1 0,0-1 0,0 0 0,0 0 0,0 0 0,0 0 0,0 0 0,1 0 0,-1 0 0,0 1 0,0-1 0,0 0 0,0 0 0,0 0 0,0 0 0,0 0 0,0 0 0,0 0 0,1 0 0,-1 0 0,0 1 0,0-1 0,0 0 0,0 0 0,0 0 0,0 0 0,0 0 0,1 0 0,-1 0 0,0 0 0,0 0 0,0 0 0,0 0 0,0 0 0,0 0 0,1 0 0,-1 0 0,0 0 0,0 0 0,0 0 0,0 0 0,0 0 0,0 0 0,1 0 0,-1-1 0,0 1 0,0 0 0,0 0 0,0 0 0,0 0 0,0 0 0,1 0 0,2-15 0,0-22 0,-2-23 0,2 0 0,2 0 0,4 1 0,2 0 0,35-110 0,-37 145 0,22-53 0,-28 72 0,-1 0 0,1 0 0,0 1 0,0-1 0,0 1 0,1 0 0,0 0 0,0 0 0,0 0 0,0 1 0,8-6 0,-9 8 0,-1 0 0,1 0 0,-1 1 0,1-1 0,-1 1 0,1 0 0,-1 0 0,1-1 0,-1 2 0,1-1 0,-1 0 0,1 0 0,-1 1 0,1 0 0,-1-1 0,1 1 0,-1 0 0,0 0 0,1 0 0,-1 0 0,0 1 0,0-1 0,0 1 0,0-1 0,2 3 0,8 6 0,-1 1 0,21 25 0,-12-13 0,9 10 0,-1 0 0,-2 2 0,-1 1 0,32 61 0,-24-28 0,42 127 0,-67-171-71,-5-12-253,1-1 1,1 1-1,10 19 1,-8-21-6503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19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171 406 24575,'137'14'0,"-102"-13"0,-1-2 0,1-1 0,0-2 0,45-12 0,-66 13 0,0 0 0,0-2 0,-1 0 0,0 0 0,0-1 0,0-1 0,-1 0 0,0-1 0,0 0 0,-1-1 0,0 0 0,0-1 0,12-15 0,-16 15 0,-2 0 0,1-1 0,-1 0 0,-1 1 0,0-2 0,0 1 0,-1 0 0,-1-1 0,3-19 0,-4 21 0,0 1 0,-1-1 0,0 1 0,-1-1 0,0 1 0,0-1 0,-1 1 0,0 0 0,0 0 0,-1 0 0,-1 0 0,-6-13 0,9 20 0,-1 0 0,0 0 0,0 0 0,0 0 0,0 1 0,0-1 0,-1 0 0,1 1 0,0 0 0,-1-1 0,1 1 0,-1 0 0,1 0 0,-1 0 0,0 1 0,1-1 0,-1 1 0,0-1 0,1 1 0,-1 0 0,0 0 0,0 0 0,1 0 0,-1 1 0,0-1 0,-2 2 0,-10 1 0,1 1 0,1 0 0,-21 10 0,31-13 0,-246 116 0,196-89 0,3 3 0,-77 59 0,117-81 0,0 1 0,1 0 0,0 1 0,1 0 0,0 0 0,1 1 0,0-1 0,1 2 0,0-1 0,1 1 0,1 0 0,0 0 0,0 0 0,-2 24 0,4-22 0,0 0 0,2 0 0,0 0 0,0 0 0,2 0 0,-1 0 0,2 0 0,0 0 0,1-1 0,1 1 0,0-1 0,0 0 0,10 16 0,-10-23 0,1 0 0,-1-1 0,1 1 0,0-1 0,1 0 0,0-1 0,-1 0 0,2 0 0,-1 0 0,0-1 0,1 0 0,0 0 0,0-1 0,0 0 0,1 0 0,-1-1 0,11 1 0,17 3 0,0-2 0,63-2 0,-74-2 0,60-1 0,117-15 0,-170 12 0,0-2 0,-1-2 0,0 0 0,0-2 0,-1-2 0,55-29 0,-61 25-1365,-9 3-5461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20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50 24575,'-2'-3'0,"-5"-1"0,0-2 0,-2 0 0,-2 1 0,-2-2 0,-1 1 0,-2 1 0,0 1 0,-1 2 0,4 1-8191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2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24575,'3'4'0,"0"1"0,-1-1 0,1 1 0,-1 0 0,0-1 0,-1 1 0,1 0 0,-1 0 0,1 7 0,3 6 0,20 89 0,16 170 0,-31-183 0,5-1 0,48 171 0,-52-231 0,29 56 0,-35-79 0,0-1 0,1 0 0,0 0 0,0-1 0,1 0 0,0 0 0,1 0 0,0-1 0,0 0 0,12 8 0,-16-13 0,0-1 0,0 1 0,0-1 0,1 1 0,-1-1 0,0-1 0,1 1 0,-1 0 0,0-1 0,1 0 0,-1 0 0,1 0 0,-1-1 0,0 0 0,1 1 0,7-4 0,5-2 0,1-1 0,28-16 0,-12 5 0,37-14-103,-27 14-149,-2-1-1,-1-3 1,0-1-1,50-39 1,-72 45-6574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21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24575,'2'-3'0,"5"0"0,2-1 0,1-1 0,1-1 0,4-1 0,8 0 0,8 1 0,4-1 0,-1 1 0,-3-1 0,-5 0 0,-3-2 0,-4 2 0,-5-2 0,-1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22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609 81 24575,'-2'-2'0,"0"-1"0,0 1 0,-1 0 0,1 0 0,0 0 0,-1 1 0,1-1 0,-1 0 0,1 1 0,-1 0 0,0-1 0,0 1 0,0 0 0,0 1 0,-4-2 0,1 0 0,-32-9 0,-1 1 0,0 2 0,-41-3 0,-122-1 0,197 12 0,0-1 0,-1 1 0,1 1 0,0-1 0,-1 1 0,1 0 0,0 0 0,0 0 0,0 1 0,0 0 0,0 0 0,0 0 0,-5 3 0,4 1 0,0-1 0,0 1 0,0 0 0,1 1 0,-1-1 0,2 1 0,-7 11 0,7-12 0,0 0 0,0 0 0,1 0 0,0 0 0,0 0 0,1 1 0,0 0 0,0-1 0,0 1 0,1 0 0,0 0 0,0 0 0,1-1 0,-1 1 0,2 0 0,-1 0 0,1 0 0,0 0 0,1 0 0,-1 0 0,1-1 0,0 1 0,1-1 0,0 0 0,0 1 0,0-1 0,1 0 0,0-1 0,0 1 0,0-1 0,1 1 0,8 6 0,-5-5 0,0-1 0,0 1 0,0-1 0,1-1 0,0 0 0,0 0 0,1-1 0,-1 0 0,1-1 0,0 0 0,16 3 0,-19-5 0,0 0 0,0 0 0,0-1 0,0 0 0,0 0 0,0-1 0,0 0 0,0 0 0,0-1 0,0 0 0,0 0 0,-1 0 0,1-1 0,-1 0 0,0 0 0,0-1 0,0 0 0,6-4 0,4-7 0,0-1 0,-1-1 0,-1 0 0,0 0 0,12-23 0,-23 93 0,-20 296 0,18-284 0,3-1 0,3 0 0,21 91 0,-21-131-1365,0-7-5461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55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6771 24575,'-1'-273'0,"3"-304"0,2 508 0,4 0 0,2 1 0,4 1 0,2 0 0,31-78 0,12-4 0,86-154 0,-92 202 0,4 3 0,134-173 0,-158 231 0,2 1 0,2 2 0,1 2 0,2 1 0,1 2 0,1 2 0,2 2 0,81-38 0,-53 35 0,2 4 0,130-30 0,-156 47 0,0 3 0,1 2 0,0 2 0,0 2 0,81 9 0,76 17 0,251-2 0,-382-22 0,-27 0 0,72-7 0,-105 4 0,0-1 0,0 0 0,0-1 0,-1-1 0,0 0 0,0-1 0,0 0 0,25-17 0,-7-1 0,-1-1 0,-2-2 0,-1-1 0,-1-2 0,32-44 0,-8 0 0,55-104 0,-93 150 0,0 0 0,-2-1 0,-1 0 0,6-32 0,17-126 0,-2 5 0,-9 91 0,0 1 0,11-96 0,-26 109 0,-4-1 0,-3 0 0,-3 0 0,-4 1 0,-18-82 0,-56-377 0,5-764 0,71 1236-377,-19-86-1,21 130-232,-4-18-6216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56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1 559 24575,'2'-21'0,"0"0"0,2 1 0,1-1 0,0 1 0,1 0 0,14-28 0,13-49 0,-25 67 0,-1-2 0,1 1 0,1-1 0,2 2 0,1 0 0,24-42 0,-35 70 0,1-1 0,0 1 0,0 0 0,-1-1 0,1 1 0,1 0 0,-1 0 0,0 0 0,0 1 0,1-1 0,-1 1 0,1-1 0,0 1 0,-1 0 0,1 0 0,0 0 0,0 0 0,-1 0 0,1 1 0,0-1 0,0 1 0,0 0 0,0-1 0,0 2 0,0-1 0,5 1 0,4 2 0,0 0 0,0 1 0,0 1 0,0 0 0,10 7 0,-1-2 0,174 76 0,102 51 0,-292-134-114,1 0 1,-1 0-1,1 1 0,-1-1 0,0 1 1,0 0-1,-1 0 0,1 1 0,-1 0 1,0-1-1,6 11 0,-4-5-6712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58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3718 0 24575,'-436'12'0,"71"-1"0,164-12 0,-139 4 0,290 3 0,0 3 0,0 2 0,-89 32 0,68-20 0,7-1 0,1 4 0,2 1 0,0 4 0,2 2 0,1 3 0,2 2 0,2 2 0,2 3 0,1 2 0,-62 73 0,0 8 0,5 5 0,-152 245 0,199-274 0,-285 461 0,267-434 0,7 3 0,5 3 0,-91 264 0,144-361 0,3 1 0,1 0 0,1 0 0,3 1 0,1 0 0,0 57 0,9 114-1365,-4-188-5461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5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24575,'10'23'0,"13"44"0,5 12 0,-17-56 0,35 71 0,-41-84 0,1 0 0,1-1 0,0 1 0,0-1 0,1-1 0,13 13 0,-17-18 0,0-1 0,0 0 0,1 0 0,-1 0 0,0-1 0,1 1 0,-1-1 0,0 0 0,1 0 0,0-1 0,-1 1 0,1-1 0,-1 0 0,1 0 0,0-1 0,-1 1 0,1-1 0,-1 0 0,6-2 0,11-4 0,-1 0 0,36-19 0,-43 19 0,-3 1-19,-1 0 1,-1-1-1,1 0 0,-1 0 0,-1-1 1,1 0-1,-1-1 0,-1 1 0,1-1 1,-2-1-1,1 1 0,6-18 0,7-6-1102,-10 17-5705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09:0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24575,'357'1'0,"573"-8"0,-6-81 0,-739 42 0,-135 30 0,0 3 0,93-12 0,-21 15 0,0 6 0,175 16 0,-223-2-1365,-62-6-5461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09:0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0 674 24575,'10'-1'0,"0"-1"0,-1-1 0,1 1 0,-1-2 0,0 1 0,0-1 0,0-1 0,12-7 0,13-6 0,500-250 0,-367 174 0,170-129 0,-330 218 0,-2 1 0,0 0 0,0 0 0,1 1 0,0-1 0,0 1 0,10-3 0,-16 5 0,1 1 0,0 0 0,0 0 0,0 0 0,-1 0 0,1 0 0,0 0 0,0 0 0,0 0 0,-1 0 0,1 0 0,0 1 0,0-1 0,-1 0 0,1 0 0,0 1 0,0-1 0,-1 0 0,1 1 0,0-1 0,-1 1 0,1-1 0,0 2 0,0-1 0,0 1 0,1 0 0,-1 0 0,-1 0 0,1 0 0,0 0 0,0 0 0,-1 0 0,1 0 0,-1 0 0,0 0 0,0 4 0,2 49 0,-9 85 0,-1-15 0,7-58 0,2 214 0,7-201 0,0 34 0,8 426 0,-16-533-91,-3 50 314,3-54-338,-1 1-1,1-1 1,-1 1 0,0-1 0,0 1 0,-1-1 0,1 1 0,-1-1 0,0 0-1,1 0 1,-1 0 0,-5 5 0,-1-1-6711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09:02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24575,'60'-12'0,"-23"2"0,169-22 0,371-12 0,38 45-1365,-528-1-5461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08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1 515 24575,'0'-2'0,"1"0"0,0 1 0,0-1 0,0 0 0,0 0 0,0 1 0,0-1 0,1 1 0,-1-1 0,1 1 0,-1-1 0,1 1 0,-1 0 0,1 0 0,0-1 0,-1 1 0,1 0 0,3-1 0,4-3 0,99-57 0,-80 48 0,0-2 0,0-1 0,-2-1 0,40-34 0,-52 36 0,-1 0 0,17-27 0,-4 5 0,-9 14 0,-11 15 0,0 0 0,1 0 0,0 1 0,0 0 0,1 0 0,-1 1 0,13-9 0,-14 12-21,0-1 0,-1 0 0,0 0 0,0-1 0,0 1 0,0-1 1,-1 0-1,7-12 0,0 0-1156,-2 6-5649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10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1 697 24575,'1'-5'0,"0"-1"0,1 1 0,0 0 0,0 0 0,1 0 0,-1 0 0,1 1 0,0-1 0,1 1 0,-1-1 0,5-3 0,8-14 0,50-88 0,-5-4 0,90-234 0,-142 326-1365,-1 4-5461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1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0 289 24575,'22'-20'0,"41"-26"0,-39 29 0,38-33 0,-39 24 0,-1 0 0,26-41 0,-42 59 0,2-6-1365,-2 0-5461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17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3 146 24575,'17'0'0,"-1"-1"0,1 0 0,0-1 0,-1-1 0,0 0 0,1-1 0,-2-1 0,1 0 0,0-2 0,-1 1 0,0-2 0,-1 0 0,1-1 0,14-12 0,-27 20 0,-1-1 0,1 1 0,0-1 0,-1 1 0,0-1 0,1 1 0,-1-1 0,0 0 0,0 0 0,0 1 0,0-1 0,0 0 0,0 0 0,0 0 0,-1 0 0,1-4 0,-1 5 0,0 0 0,0 0 0,0 0 0,-1 0 0,1 0 0,0 0 0,-1 0 0,1 0 0,-1 0 0,1 0 0,-1 0 0,1 1 0,-1-1 0,0 0 0,1 0 0,-1 0 0,0 1 0,0-1 0,0 1 0,0-1 0,1 0 0,-1 1 0,-2-1 0,-2-1 0,0 0 0,0 1 0,-1-1 0,1 1 0,0 1 0,-1-1 0,1 1 0,-1 0 0,1 0 0,-1 0 0,-7 2 0,3 1 0,0 1 0,1 0 0,0 0 0,-1 1 0,2 0 0,-1 0 0,1 1 0,0 0 0,0 1 0,0 0 0,1 0 0,0 0 0,0 1 0,-9 16 0,9-14 0,0 0 0,1 0 0,1 1 0,0 0 0,1 0 0,0 0 0,0 1 0,1-1 0,0 1 0,1-1 0,1 1 0,-1 17 0,3-25 0,-1-1 0,1 0 0,0 0 0,0 0 0,0 1 0,0-1 0,0 0 0,0 0 0,1 0 0,0-1 0,-1 1 0,1 0 0,0-1 0,0 1 0,1-1 0,-1 1 0,1-1 0,-1 0 0,1 0 0,-1 0 0,1-1 0,0 1 0,0 0 0,0-1 0,0 0 0,0 0 0,0 0 0,0 0 0,1 0 0,4 0 0,12 1 0,0 0 0,0-1 0,39-3 0,-28 1 0,-4 0-1365,-1 1-5461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17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24575,'0'4'0,"0"10"0,0 10 0,0 5 0,0 11 0,0 1 0,0 11 0,-5 5 0,-4 4 0,-2 0 0,2-5 0,2-10 0,2-7 0,2-11-8191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18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24575,'4'-4'0,"6"-1"0,5 0 0,3-3 0,4-5 0,2 1 0,1 1 0,-4 0 0,-2 0 0,-3 0 0,-1 0 0,1-2 0,-2-2 0,1-3 0,-3 2-8191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20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24575,'0'421'0,"19"-447"0,-16 19 0,3-5 0,0 0 0,0 1 0,1 0 0,9-11 0,-15 21 0,0 0 0,0 0 0,-1 0 0,1 1 0,0-1 0,0 0 0,0 0 0,0 1 0,0-1 0,0 0 0,0 1 0,0-1 0,0 1 0,0 0 0,1-1 0,-1 1 0,0 0 0,0 0 0,0-1 0,1 1 0,-1 0 0,1 0 0,0 1 0,-1 0 0,1 0 0,-1 0 0,1 0 0,-1 1 0,0-1 0,1 0 0,-1 0 0,0 1 0,0-1 0,0 1 0,0-1 0,0 1 0,0 0 0,0-1 0,-1 1 0,1 0 0,-1-1 0,1 5 0,10 33 0,-3 0 0,-1 1 0,-2 1 0,-2-1 0,-3 59 0,0-95-24,0-8 82,0-8-1457,0-3-5427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0:22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100 149 24575,'-3'1'0,"1"1"0,0-1 0,0 1 0,0 0 0,0-1 0,0 1 0,1 0 0,-1 0 0,0 1 0,1-1 0,0 0 0,-1 0 0,1 1 0,0-1 0,0 1 0,0-1 0,1 1 0,-2 4 0,0 0 0,-1 0 0,-39 114 0,38-107 0,0 0 0,1 1 0,1-1 0,1 1 0,0-1 0,1 25 0,0-37 0,1 1 0,-1 0 0,1-1 0,-1 1 0,1-1 0,0 1 0,-1-1 0,1 1 0,1-1 0,-1 0 0,0 1 0,1-1 0,-1 0 0,1 0 0,-1 0 0,1 0 0,0 0 0,0 0 0,0-1 0,0 1 0,0 0 0,3 0 0,-1 0 0,-1-1 0,1 0 0,0 0 0,0 0 0,0-1 0,0 1 0,0-1 0,0 0 0,0 0 0,0 0 0,0-1 0,0 0 0,5-1 0,2-1 0,0 0 0,1-1 0,-1-1 0,-1 0 0,1-1 0,-1 0 0,0 0 0,0-1 0,9-8 0,-7 2 0,0-1 0,0-1 0,-2 0 0,0 0 0,0-1 0,10-24 0,-2-4 0,16-57 0,-31 92 0,-1-1 0,0 1 0,0 0 0,-1 0 0,0-1 0,0 1 0,-1-1 0,-1 1 0,-1-12 0,1 17 0,0 1 0,0 0 0,0-1 0,0 1 0,-1 0 0,0 0 0,1 0 0,-1 0 0,0 0 0,-1 1 0,1-1 0,0 0 0,-1 1 0,1 0 0,-1-1 0,0 1 0,0 0 0,0 0 0,0 1 0,0-1 0,0 1 0,0-1 0,-1 1 0,1 0 0,0 0 0,-1 1 0,-5-1 0,-7-2 14,-1 2-1,1 0 0,-1 1 0,1 0 1,0 2-1,-1 0 0,1 0 1,-22 8-1,31-9-81,1 2 1,-1-1-1,1 1 1,-1 0-1,1 0 1,0 0-1,0 1 1,1 0-1,-1 1 1,1-1-1,-1 1 1,2 0-1,-1 0 1,0 0-1,1 1 1,0 0-1,0 0 1,1 0-1,0 0 1,0 0-1,-4 14 1,3-2-6759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16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51 135 24575,'4'0'0,"5"0"0,-2 0 0,-7 0 0,-8 0 0,-6 0 0,-1-4 0,2-5 0,4-6 0,3-3 0,2-4 0,2-2 0,6 4 0,6 4 0,1 10 0,-1 6-8191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2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75 24575,'-27'1'0,"20"1"0,1-2 0,0 1 0,-1-1 0,1 0 0,-1 0 0,1-1 0,0 1 0,-1-1 0,1-1 0,0 1 0,0-1 0,0-1 0,-12-5 0,18 8 0,-1-1 0,0 1 0,0-1 0,1 0 0,-1 1 0,0-1 0,1 0 0,-1 0 0,0 1 0,1-1 0,-1 0 0,1 0 0,0 0 0,-1 0 0,1 0 0,0 0 0,-1 0 0,1 0 0,0 0 0,0 0 0,0 0 0,0 0 0,0 0 0,0 0 0,0 0 0,0 0 0,0 0 0,1-1 0,0 1 0,0-1 0,0 1 0,0-1 0,1 1 0,-1-1 0,0 1 0,1 0 0,-1 0 0,1 0 0,-1 0 0,1 0 0,0 0 0,2-1 0,5-2 0,0 1 0,-1 1 0,1 0 0,18-3 0,-22 5 0,1-1 0,-1 1 0,1 0 0,0 1 0,-1-1 0,1 1 0,-1 0 0,1 0 0,-1 1 0,0 0 0,1 0 0,-1 0 0,8 5 0,-9-4 0,-1 0 0,0 1 0,1-1 0,-1 1 0,-1-1 0,1 1 0,0 0 0,-1 0 0,0 0 0,0 1 0,0-1 0,-1 0 0,1 1 0,-1-1 0,0 1 0,1 9 0,-2-11 0,1 1 0,0-1 0,-1 1 0,0 0 0,0-1 0,0 1 0,-1-1 0,1 1 0,-1 0 0,1-1 0,-1 1 0,0-1 0,-1 0 0,1 1 0,-1-1 0,1 0 0,-1 0 0,0 0 0,0 0 0,0 0 0,-1 0 0,1-1 0,-1 1 0,1-1 0,-1 1 0,0-1 0,-4 3 0,3-4 0,0 1 0,1-1 0,-1 0 0,0 0 0,0-1 0,0 1 0,0-1 0,0 0 0,1 0 0,-1 0 0,0 0 0,0-1 0,0 0 0,0 1 0,0-1 0,1-1 0,-1 1 0,0-1 0,1 1 0,-1-1 0,1 0 0,0 0 0,0 0 0,-1-1 0,-2-3 0,2 3 0,1-1 0,0 1 0,1-1 0,-1 0 0,1 0 0,-1 0 0,1 0 0,0-1 0,-2-6 0,3 9 0,0 0 0,1 0 0,-1-1 0,1 1 0,-1 0 0,1 0 0,0 0 0,0 0 0,0-1 0,0 1 0,0 0 0,0 0 0,0 0 0,1 0 0,-1 0 0,1-1 0,0 1 0,0 0 0,-1 0 0,1 0 0,1 0 0,0-1 0,-2 3-23,0 0 0,0 0 0,0 0 0,0 0 0,0 0-1,0 1 1,0-1 0,-1 0 0,1 0 0,0 0 0,0 0 0,0 0-1,0 1 1,0-1 0,0 0 0,0 0 0,0 0 0,0 0 0,0 1-1,1-1 1,-1 0 0,0 0 0,0 0 0,0 0 0,0 0 0,0 1-1,0-1 1,0 0 0,0 0 0,0 0 0,0 0 0,0 0 0,1 0-1,-1 0 1,0 0 0,0 1 0,0-1 0,0 0 0,0 0 0,0 0 0,1 0-1,-1 0 1,0 0 0,0 0 0,0 0 0,0 0 0,0 0 0,1 0-1,-1 0 1,0 0 0,0 0 0,0 0 0,0 0 0,1 0 0,-1 0-1,0 0 1,0 0 0,0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24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31 308 24575,'17'-1'0,"-1"-1"0,0-1 0,0 0 0,0-1 0,0-1 0,0 0 0,-1-2 0,0 1 0,0-2 0,-1 0 0,0-1 0,0 0 0,-1-1 0,12-11 0,-15 8 0,-1 1 0,0-1 0,0-1 0,10-23 0,5-8 0,-22 43 0,-1 0 0,1 0 0,-1 0 0,0-1 0,0 1 0,0-1 0,0 1 0,0-1 0,0 1 0,-1-1 0,1 1 0,-1-1 0,0 0 0,0 1 0,0-1 0,0 0 0,-1-3 0,1 5 0,-1-1 0,0 1 0,0-1 0,1 1 0,-1 0 0,0 0 0,0 0 0,-1-1 0,1 1 0,0 0 0,0 0 0,0 0 0,-1 1 0,1-1 0,0 0 0,-1 0 0,1 1 0,-1-1 0,1 1 0,-1-1 0,-1 1 0,-7-2 0,1 1 0,0 1 0,0 0 0,0 0 0,0 1 0,-1 0 0,1 0 0,-11 4 0,3-1 0,0 1 0,1 1 0,-29 13 0,38-14 0,0-1 0,0 1 0,0 1 0,1-1 0,0 1 0,0 0 0,0 1 0,1-1 0,0 1 0,-5 8 0,-2 5 0,1 1 0,0 0 0,2 1 0,-9 30 0,15-44 0,1 1 0,0 0 0,0 0 0,1 0 0,0 0 0,1 0 0,0 1 0,0-1 0,1 0 0,0 0 0,1 0 0,0 0 0,0-1 0,5 13 0,-5-18 0,1 0 0,-1 0 0,1 0 0,0-1 0,0 1 0,0 0 0,0-1 0,0 0 0,0 0 0,1 0 0,-1 0 0,1-1 0,-1 1 0,1-1 0,0 0 0,-1 0 0,1 0 0,0 0 0,0-1 0,0 1 0,0-1 0,-1 0 0,6-1 0,5 1 0,0-1 0,0-1 0,0 0 0,0 0 0,15-6 0,-1-3 61,41-22 0,-7 3-1548,-47 23-5339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25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24575,'2'164'0,"-5"180"0,-10-238-1365,8-79-5461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2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24575,'0'-4'0,"4"-1"0,6 0 0,4 1 0,5 1 0,3 1 0,2 1 0,0 1 0,1 0 0,0 0 0,-4 0-8191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2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24575,'6'17'0,"-1"1"0,0 0 0,-2 0 0,0 0 0,-1 1 0,0-1 0,-2 1 0,-2 21 0,2 2 0,-1 283 0,4-313 0,4-27 0,8-38 0,-13 46 0,2-11 0,-2 7 0,1 0 0,0 0 0,0 1 0,1-1 0,0 1 0,1 0 0,0 0 0,0 0 0,11-13 0,-15 22 0,0 0 0,-1 0 0,1 1 0,0-1 0,0 0 0,0 1 0,-1-1 0,1 0 0,0 1 0,0-1 0,0 1 0,0-1 0,0 1 0,0 0 0,0-1 0,0 1 0,0 0 0,0 0 0,0 0 0,0 0 0,1 0 0,-1 0 0,0 0 0,0 0 0,0 0 0,0 0 0,0 1 0,0-1 0,0 0 0,0 1 0,0-1 0,0 1 0,0-1 0,0 1 0,0-1 0,-1 1 0,1 0 0,0-1 0,0 1 0,-1 0 0,1 0 0,0-1 0,-1 1 0,1 0 0,0 0 0,-1 0 0,1 0 0,-1 0 0,1 1 0,3 8 0,1 0 0,-1 0 0,4 21 0,-5-20 0,13 52 0,7 69 0,-18-73-1365,-4-50-5461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2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24575,'-15'357'0,"-17"-66"0,32-288 0,-1 0 0,1-1 0,0 1 0,0-1 0,0 1 0,0 0 0,0-1 0,0 1 0,1 0 0,0-1 0,-1 1 0,1-1 0,0 1 0,0-1 0,0 1 0,0-1 0,1 0 0,-1 0 0,1 0 0,-1 1 0,1-1 0,4 3 0,-2-3 0,0 0 0,0-1 0,0 1 0,1-1 0,-1 0 0,1 0 0,-1 0 0,1 0 0,-1-1 0,1 0 0,-1 0 0,8-1 0,18-1 0,0-1 0,0-2 0,0-1 0,-1-1 0,0-2 0,29-12 0,-45 16 0,-1-1 0,-1 1 0,1-2 0,-1 0 0,0 0 0,0-1 0,-1 0 0,0-1 0,-1 0 0,0-1 0,0 0 0,-1 0 0,0-1 0,-1 0 0,0 0 0,8-18 0,-11 14 0,0 0 0,-1-1 0,-1 1 0,0-1 0,-1 1 0,0-1 0,-1 1 0,-1-1 0,-6-29 0,3 24 0,-1 0 0,-1 0 0,-1 0 0,-1 1 0,-1 0 0,-17-29 0,23 45 0,-1 0 0,0-1 0,1 1 0,-1 1 0,0-1 0,-1 1 0,1-1 0,-1 1 0,1 0 0,-1 1 0,0-1 0,0 1 0,0 0 0,-1 0 0,1 1 0,0-1 0,-1 1 0,1 0 0,-1 1 0,1-1 0,-11 2 0,-9 0 0,0 2 0,0 0 0,-36 11 0,45-10 0,-6 1 30,1 1 0,0 1 0,-31 14 0,43-16-179,0 0 1,0 1-1,1 0 1,-1 0-1,1 1 1,1 0-1,-1 0 1,1 1-1,-9 13 1,8-9-6678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19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24575,'0'-4'0,"4"-1"0,6 0 0,4 1 0,1 5 0,1 2 0,-5 2 0,-10-2 0,-8 0 0,-8-1 0,0-1-8191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3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4 259 24575,'10'0'0,"-1"0"0,1-1 0,-1 0 0,1-1 0,-1 1 0,1-2 0,-1 1 0,0-2 0,0 1 0,0-1 0,0 0 0,-1-1 0,9-6 0,-12 7 0,0-1 0,0 0 0,0 0 0,-1 0 0,0-1 0,0 1 0,0-1 0,-1 0 0,1 0 0,-1-1 0,-1 1 0,1 0 0,-1-1 0,-1 0 0,1 1 0,-1-1 0,0 0 0,0-13 0,-1 14 0,0 0 0,0 0 0,0 0 0,0 0 0,-1 0 0,0 0 0,-1 0 0,1 0 0,-5-10 0,5 14 0,-1 1 0,1-1 0,-1 0 0,1 1 0,-1 0 0,1-1 0,-1 1 0,0 0 0,0 0 0,0 0 0,0 0 0,0 0 0,0 0 0,0 0 0,0 1 0,0-1 0,0 1 0,0-1 0,0 1 0,0 0 0,0 0 0,0 0 0,-1 0 0,1 0 0,0 1 0,0-1 0,0 1 0,0-1 0,0 1 0,-3 1 0,-1-1 0,0 1 0,-1 0 0,1 0 0,0 1 0,1-1 0,-1 1 0,0 1 0,1-1 0,-1 1 0,1 0 0,0 0 0,1 0 0,-1 1 0,1 0 0,-1 0 0,2 0 0,-1 0 0,-4 8 0,4-2 0,-1 0 0,2 1 0,0 0 0,0-1 0,1 1 0,0 0 0,1 0 0,1 23 0,0-10 0,-1-10 0,1 1 0,1 0 0,0-1 0,5 21 0,-4-31 0,0 1 0,1 0 0,-1-1 0,1 1 0,0-1 0,0 0 0,0 0 0,1 0 0,0 0 0,0 0 0,0-1 0,1 0 0,-1 0 0,9 6 0,1-2 0,0 0 0,1 0 0,0-1 0,0-1 0,0-1 0,1 0 0,-1-1 0,20 3 0,-8-3 0,1-2 0,-1-1 0,0-1 0,30-3 0,-51 2-80,0 0 0,0 0-1,0 0 1,0-1 0,0 0-1,-1 0 1,1 0 0,0-1-1,-1 0 1,0 0 0,1 0 0,-1 0-1,0-1 1,-1 0 0,1 0-1,4-6 1,0 0-6746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3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24575,'4'6'0,"0"1"0,0 1 0,-1-1 0,0 0 0,0 1 0,-1-1 0,0 1 0,-1 0 0,1 0 0,0 15 0,2 7 0,15 104-455,-6 2 0,-7 259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33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24575,'4'-4'0,"5"-6"0,6-1 0,4 2 0,3 2 0,-3-2 0,1 1 0,-1-3 0,2 1 0,-3-2 0,-1 1 0,2 3 0,-4 2-8191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35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24575,'-3'4'0,"0"0"0,0 1 0,1-1 0,-1 0 0,1 1 0,0 0 0,0-1 0,1 1 0,-1 0 0,0 6 0,-7 56 0,7-45 0,-34 233 0,13-114 0,-4 149 0,31-308 0,1 0 0,0 0 0,2 0 0,0 1 0,1 0 0,0 0 0,21-29 0,-2 8 0,1 1 0,1 1 0,2 2 0,53-45 0,-82 76 0,0 1 0,1 0 0,-1 1 0,0-1 0,0 0 0,1 1 0,-1-1 0,1 1 0,-1 0 0,1 0 0,0 0 0,0 0 0,-1 0 0,1 0 0,0 1 0,0-1 0,0 1 0,-1 0 0,1 0 0,0 0 0,0 0 0,0 1 0,0-1 0,0 1 0,-1 0 0,1-1 0,0 1 0,-1 1 0,4 1 0,-2-1 0,-1 2 0,0-1 0,0 0 0,-1 1 0,1-1 0,-1 1 0,1 0 0,-1-1 0,0 1 0,-1 0 0,1 1 0,-1-1 0,1 0 0,-1 0 0,-1 1 0,1-1 0,-1 0 0,1 8 0,-2 28-151,0 0-1,-3 0 0,-1-1 0,-2 1 1,-2-1-1,-2-1 0,-1 0 1,-17 38-1,18-52-6674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1:36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25 24575,'-2'18'0,"0"-1"0,-1 1 0,-1 0 0,0-1 0,-2 0 0,-10 24 0,-12 41 0,9-10 0,-16 132 0,35-202 0,-1 0 0,1 0 0,-1 0 0,1 0 0,0 1 0,0-1 0,0 0 0,0 0 0,0 0 0,1 0 0,-1 0 0,1 1 0,-1-1 0,1 0 0,0 0 0,-1 0 0,1 0 0,0 0 0,1 0 0,-1-1 0,0 1 0,0 0 0,1-1 0,-1 1 0,1 0 0,0-1 0,-1 0 0,1 1 0,0-1 0,0 0 0,0 0 0,0 0 0,-1 0 0,2 0 0,-1-1 0,0 1 0,0 0 0,0-1 0,0 0 0,0 1 0,0-1 0,1 0 0,-1 0 0,3-1 0,36 0 0,0-1 0,-1-3 0,1-1 0,62-18 0,-22 5 0,-42 11 0,-4 2 0,1-1 0,-1-2 0,-1-2 0,64-29 0,-93 37 0,0-1 0,0 0 0,-1 0 0,1 0 0,-1-1 0,0 1 0,0-1 0,0 0 0,-1-1 0,0 1 0,0 0 0,0-1 0,0 0 0,-1 0 0,0 0 0,-1 0 0,1 0 0,-1 0 0,1-8 0,0-16 0,0-1 0,-5-54 0,0 29 0,3 47 0,0-1 0,-1 1 0,0 0 0,-1-1 0,0 1 0,0 0 0,-1 0 0,-5-10 0,7 15 0,-1 1 0,0 0 0,0 0 0,0 0 0,-1 0 0,1 0 0,-1 0 0,1 1 0,-1-1 0,0 1 0,0 0 0,0 0 0,0 0 0,-1 0 0,1 0 0,-1 1 0,1 0 0,-1-1 0,1 1 0,-1 1 0,1-1 0,-1 0 0,0 1 0,-4 0 0,-32 1 0,0 2 0,0 1 0,-59 16 0,13-4 0,-67 8 10,-120 22-1385,222-34-5451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49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50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0 248 24575,'2'-3'0,"-1"-1"0,1 1 0,0 0 0,0 0 0,0 0 0,0 0 0,1 0 0,-1 0 0,1 1 0,0-1 0,3-2 0,3-4 0,19-21 0,-3 0 0,0-2 0,-2-1 0,22-43 0,-45 76 0,0 1 0,0-1 0,0 0 0,0 0 0,0 0 0,0 0 0,0 0 0,0 0 0,0 0 0,0 0 0,0 1 0,0-1 0,0 0 0,0 0 0,0 0 0,0 0 0,0 0 0,0 0 0,0 0 0,0 0 0,0 0 0,0 0 0,0 1 0,0-1 0,0 0 0,1 0 0,-1 0 0,0 0 0,0 0 0,0 0 0,0 0 0,0 0 0,0 0 0,0 0 0,0 0 0,0 0 0,1 0 0,-1 0 0,0 0 0,0 0 0,0 0 0,0 0 0,0 0 0,0 0 0,0 0 0,0 0 0,1 0 0,-1 0 0,0 0 0,0 0 0,0 0 0,0 0 0,0 0 0,0 0 0,0 0 0,0 0 0,0 0 0,0 0 0,1 0 0,-1 0 0,0-1 0,0 1 0,3 18 0,-1 22 0,-16 236 54,4-148-1473,8-92-5407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52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24575,'0'-4'0,"4"-1"0,6 0 0,4 1 0,5 1 0,3 1 0,2 1 0,0 1 0,1 0 0,0 0 0,-4-4 0,-2-1 0,0 0 0,1 0 0,2 3 0,-4 0-8191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5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24575,'8'0'0,"7"0"0,1 4 0,-3 6 0,-7 1 0,-5-6 0,-2-7 0,-1-8 0,-1-6 0,5-1 0,2 0 0,4 1 0,1 4-8191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5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24575,'0'-3'0,"1"1"0,-1 0 0,1 0 0,0 0 0,0-1 0,0 1 0,1 0 0,-1 0 0,0 0 0,1 1 0,-1-1 0,1 0 0,-1 0 0,1 1 0,0-1 0,3-1 0,40-27 0,-29 21 0,1-4 0,-6 5 0,1 0 0,-1 1 0,1 0 0,1 1 0,24-9 0,-34 14 0,1 0 0,-1 0 0,0 1 0,1 0 0,-1 0 0,0 0 0,1 0 0,-1 0 0,1 1 0,-1-1 0,0 1 0,0 0 0,1 0 0,-1 0 0,0 1 0,0-1 0,0 1 0,0 0 0,0-1 0,-1 1 0,1 0 0,0 1 0,-1-1 0,1 0 0,-1 1 0,0 0 0,0-1 0,0 1 0,2 5 0,2 4 0,-1 0 0,-1 1 0,0 0 0,0 0 0,-1 1 0,-1-1 0,0 1 0,-1-1 0,-1 1 0,0-1 0,-1 1 0,0 0 0,-1-1 0,-5 21 0,4-27 0,0 0 0,-1 1 0,1-2 0,-1 1 0,-1 0 0,1-1 0,-1 0 0,-1 0 0,1 0 0,-1 0 0,0-1 0,0 0 0,-7 5 0,-14 7 0,-55 26 0,57-31 0,-49 19 0,74-31 0,0 0 0,0 0 0,0 0 0,-1 0 0,1 0 0,0 0 0,0 0 0,0 0 0,-1 1 0,1-1 0,0 0 0,0 0 0,0 0 0,-1 0 0,1 0 0,0 1 0,0-1 0,0 0 0,0 0 0,0 0 0,-1 1 0,1-1 0,0 0 0,0 0 0,0 0 0,0 1 0,0-1 0,0 0 0,0 0 0,0 0 0,0 1 0,0-1 0,0 0 0,0 0 0,0 1 0,0-1 0,0 0 0,0 0 0,0 1 0,0-1 0,0 0 0,0 0 0,0 0 0,1 1 0,11 4 0,21 0 0,373 19-1365,-363-22-5461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09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2730 0 24575,'-2054'0'0,"1997"3"0,-106 19 0,109-12 0,-1-3 0,-62 1 0,75-9-109,12 0-205,0 1 0,0 1 0,-45 8 0,52-4-6512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1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24575,'57'3'0,"0"3"0,-1 3 0,0 2 0,66 22 0,-37-10 0,-13-11-1365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11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0 327 24575,'15'-3'0,"0"1"0,-1-2 0,0 0 0,1-1 0,-1-1 0,-1 0 0,1 0 0,-1-2 0,17-11 0,23-11 0,273-161 0,-260 157-1365,-52 26-5461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1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24575,'1'0'0,"-1"0"0,1 1 0,0-1 0,0 0 0,0 1 0,0-1 0,0 1 0,0-1 0,-1 1 0,1 0 0,0-1 0,-1 1 0,1 0 0,0-1 0,-1 1 0,1 0 0,-1 0 0,1 0 0,-1-1 0,1 1 0,-1 0 0,1 0 0,-1 0 0,0 0 0,0 0 0,1 0 0,-1 0 0,0 1 0,4 33 0,-3-30 0,35 317 0,2 278 0,-37-559 0,-1-4-195,2 1 0,1-1 0,2 0 0,2 0 0,1-1 0,21 57 0,-21-76-6631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16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24575,'4'0'0,"0"0"0,1 0 0,-1 1 0,0 0 0,0 0 0,1 0 0,-1 0 0,0 1 0,0 0 0,0 0 0,0 0 0,-1 0 0,1 0 0,-1 1 0,1 0 0,-1-1 0,0 1 0,5 6 0,2 4 0,-1 1 0,0 0 0,12 27 0,-14-25 0,1-1 0,18 26 0,-25-40 0,0 0 0,0 1 0,0-1 0,0 0 0,0 0 0,0 1 0,0-1 0,0 0 0,1 0 0,-1 0 0,0 0 0,1-1 0,-1 1 0,1 0 0,-1-1 0,1 1 0,-1-1 0,1 1 0,-1-1 0,1 1 0,-1-1 0,1 0 0,0 0 0,-1 0 0,3 0 0,-2-1 0,0 0 0,0 0 0,0-1 0,0 1 0,0 0 0,0-1 0,0 1 0,0-1 0,-1 0 0,1 1 0,0-1 0,-1 0 0,0 0 0,1 0 0,0-2 0,6-12 0,-1 0 0,-1 0 0,7-27 0,-11 36 0,21-57 15,-16 48-291,-1 0 0,0 0 0,-2-1 0,6-34 0,-10 34-6550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1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2308 0 24575,'-4'1'0,"0"0"0,0-1 0,1 1 0,-1 0 0,0 1 0,1-1 0,-1 1 0,1 0 0,-1 0 0,1 0 0,0 0 0,-6 5 0,-40 39 0,22-19 0,-154 122 0,-6-9 0,-253 143 0,312-205 0,-221 120 0,-113-13 0,425-169 0,0 0 0,1 3 0,-48 32 0,-51 26 0,125-71-124,1 0-1,0 1 1,0 0-1,0 0 0,1 1 1,0 0-1,1 1 1,0-1-1,-9 16 0,15-23 6,-10 14-6707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1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0 24575,'-274'147'0,"258"-139"0,10-6 0,1 0 0,-1 1 0,0 0 0,1 1 0,0-1 0,-1 1 0,2 0 0,-1 0 0,0 0 0,1 1 0,-5 6 0,9-11 0,-1 1 0,1-1 0,0 1 0,0-1 0,0 1 0,1-1 0,-1 1 0,0-1 0,0 1 0,0-1 0,0 1 0,0-1 0,0 1 0,1-1 0,-1 1 0,0-1 0,0 0 0,1 1 0,-1-1 0,0 1 0,1-1 0,-1 0 0,0 1 0,1-1 0,-1 0 0,1 1 0,-1-1 0,0 0 0,1 0 0,-1 1 0,1-1 0,-1 0 0,1 0 0,-1 0 0,1 0 0,-1 0 0,1 0 0,-1 0 0,1 0 0,-1 0 0,1 0 0,0 0 0,26 3 0,-25-3 0,136-1 0,-101-2 0,-1 2 0,1 1 0,-1 2 0,1 2 0,-1 1 0,60 17 0,-78-17-170,0-1-1,-1 0 0,2-1 1,-1-2-1,0 1 0,0-2 1,22-2-1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20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5323 0 24575,'-24'3'0,"-1"0"0,0 1 0,1 1 0,-42 15 0,22-6 0,-595 141 0,199-54 0,-374 167 0,215-61 0,518-182 0,-479 152 0,14 46 0,-67 79 0,510-258 0,-131 38 0,99-37 0,-16 15 105,-15 6-1575,133-55-5356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20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24575,'-23'13'0,"0"1"0,-39 35 0,-4 1 0,63-48 0,-1 1 0,1-1 0,-1 1 0,1-1 0,0 1 0,0 0 0,0 0 0,1 0 0,-1 1 0,1-1 0,-1 1 0,1-1 0,-2 7 0,3-9 0,1 0 0,0 0 0,0 0 0,0 0 0,0 0 0,0 0 0,0 0 0,0 0 0,1 0 0,-1-1 0,0 1 0,0 0 0,1 0 0,-1 0 0,0 0 0,1-1 0,-1 1 0,1 0 0,-1 0 0,1-1 0,-1 1 0,1 0 0,1 1 0,1-1 0,0 1 0,0 0 0,0-1 0,0 1 0,0-1 0,0 0 0,0 0 0,0 0 0,0-1 0,4 1 0,318 34 0,-212-26 0,179 3 0,-273-9-1365,-4 2-5461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21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2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24575,'68'-1'0,"77"3"0,-142-2 0,0 0 0,-1 0 0,1 1 0,-1-1 0,1 1 0,-1-1 0,1 1 0,-1 0 0,1 0 0,-1 0 0,0 0 0,1 1 0,-1-1 0,0 1 0,0-1 0,4 4 0,-5-3 0,0-1 0,-1 1 0,1-1 0,0 1 0,0 0 0,-1-1 0,1 1 0,-1 0 0,0 0 0,1-1 0,-1 1 0,0 0 0,0 0 0,0 0 0,0-1 0,0 1 0,-1 0 0,0 3 0,-1 1 0,0 0 0,-1 0 0,0 0 0,0 0 0,0 0 0,-1 0 0,0-1 0,0 0 0,0 0 0,-1 0 0,-6 6 0,1-4 0,1 0 0,-1-1 0,0 0 0,-1-1 0,0 0 0,1 0 0,-1-1 0,-1-1 0,1 0 0,-1 0 0,1-1 0,-20 1 0,31-3 0,0 0 0,0 0 0,0 0 0,-1 0 0,1 0 0,0 0 0,0 0 0,0 0 0,0 0 0,0 0 0,-1 0 0,1 0 0,0 0 0,0 0 0,0 0 0,0 0 0,0 0 0,-1 0 0,1-1 0,0 1 0,0 0 0,0 0 0,0 0 0,0 0 0,0 0 0,-1 0 0,1 0 0,0 0 0,0 0 0,0-1 0,0 1 0,0 0 0,0 0 0,0 0 0,0 0 0,0 0 0,0-1 0,0 1 0,0 0 0,0 0 0,0 0 0,0 0 0,0 0 0,0-1 0,0 1 0,0 0 0,0 0 0,0 0 0,0 0 0,0 0 0,0-1 0,0 1 0,0 0 0,0 0 0,0 0 0,0 0 0,0 0 0,0 0 0,0-1 0,0 1 0,0 0 0,1 0 0,-1 0 0,13-12 0,23-8 0,-11 12 0,0 1 0,1 1 0,0 1 0,51-2 0,108 10 0,-182-3 0,0 0 0,0 0 0,-1 0 0,1 0 0,0 1 0,0 0 0,0-1 0,0 1 0,-1 0 0,1 0 0,0 0 0,-1 1 0,1-1 0,-1 0 0,0 1 0,1 0 0,-1 0 0,0 0 0,0 0 0,0 0 0,0 0 0,0 0 0,0 1 0,-1-1 0,1 0 0,-1 1 0,2 5 0,-2-3 0,0 0 0,-1 1 0,1-1 0,-1 0 0,-1 1 0,1-1 0,-1 1 0,0-1 0,0 0 0,0 0 0,-1 1 0,0-1 0,0 0 0,-3 5 0,0 0 7,-1 0 0,0 0 0,-1 0 0,0-1 0,-1 0 1,1-1-1,-2 0 0,1 0 0,-1 0 0,0-1 0,-1-1 0,1 0 0,-2 0 0,1-1 0,0 0 0,-21 7 0,5-5-219,0-1 0,0-1 0,0-1-1,-1-1 1,0-2 0,-31-2 0,38 1-6614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24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24575,'0'-4'0,"0"-6"0,0-5 0,0 1-8191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2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24575,'-2'11'0,"-1"0"0,0 1 0,0-2 0,-1 1 0,-1 0 0,0-1 0,0 1 0,-1-2 0,-1 1 0,-9 12 0,-5 10 0,4-4 0,1-5 0,2 1 0,1 1 0,1 0 0,-11 32 0,23-55 0,-1-1 0,1 1 0,-1 0 0,1 0 0,0 0 0,0 0 0,-1 0 0,1 0 0,1 0 0,-1 0 0,0 0 0,0 0 0,1 0 0,-1 0 0,1 0 0,0 0 0,0 0 0,-1-1 0,1 1 0,0 0 0,2 2 0,0-2 0,-1 0 0,1 1 0,-1-1 0,1 0 0,0-1 0,0 1 0,0 0 0,0-1 0,0 0 0,1 1 0,5 0 0,9 1 0,1 0 0,0-1 0,33-2 0,-34 0 0,319-8 0,-403 11-1365,37 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25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24575,'0'5'0,"0"12"0,-4 17 0,-6 10 0,-4 14 0,-5 5 0,-7 13 0,1 1 0,4-8 0,7-25 0,5-27 0,4-24 0,3-12-8191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2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27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24575,'0'22'0,"-1"1"0,-2-1 0,-8 38 0,11-59 0,-1 0 0,1 1 0,-1-1 0,1 0 0,-1 0 0,1 1 0,0-1 0,-1 0 0,1 1 0,0-1 0,0 0 0,0 1 0,0-1 0,0 0 0,1 1 0,-1-1 0,0 0 0,0 1 0,1-1 0,-1 0 0,1 1 0,-1-1 0,1 0 0,0 0 0,0 0 0,-1 0 0,1 0 0,0 0 0,0 0 0,0 0 0,0 0 0,0 0 0,0 0 0,0 0 0,0-1 0,0 1 0,2 0 0,3 0 0,0 0 0,-1-1 0,1 0 0,0-1 0,-1 1 0,1-1 0,0 0 0,5-2 0,100-28 0,-85 22 0,0 0 0,1 2 0,0 1 0,1 2 0,-1 0 0,31 1 0,-51 3 0,-1 1 0,1 1 0,0-1 0,-1 1 0,0 0 0,1 1 0,-1-1 0,0 1 0,-1 0 0,1 1 0,0 0 0,-1 0 0,0 0 0,0 0 0,0 1 0,0-1 0,-1 1 0,1 1 0,-2-1 0,1 1 0,0-1 0,-1 1 0,0 0 0,0 0 0,2 9 0,-3-9 0,0-1 0,0 1 0,-1 0 0,0 0 0,0 0 0,0 0 0,-1 0 0,0 0 0,0 1 0,-1-1 0,1 0 0,-1 0 0,-1 0 0,1 0 0,-1-1 0,0 1 0,0 0 0,-1-1 0,0 1 0,0-1 0,0 0 0,0 0 0,-1 0 0,0 0 0,0-1 0,0 1 0,-9 6 0,-5 1 0,0-1 0,-2-1 0,1-1 0,-1 0 0,0-2 0,-1 0 0,-28 5 0,-156 17 0,162-24 0,34-4-109,0 0-48,0 0 0,0 0 0,0-1 0,0 0 0,0 0 0,0-1 0,-9-2 0,4-3-6669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28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24575,'484'0'0,"-478"1"-91,0-2 0,0 1 0,0 0 0,0-1 0,0 0 0,-1-1 0,1 1 0,0-1 0,0 0 0,-1-1 0,1 1 0,-1-1 0,0 0 0,6-5 0,0 0-6735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3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24575,'-26'24'0,"-46"32"0,49-41 0,1 2 0,1 1 0,-25 26 0,40-37 0,0 1 0,0 0 0,1 0 0,0 0 0,1 0 0,0 1 0,0 0 0,1 0 0,0 0 0,0 0 0,1 0 0,0 0 0,0 17 0,5 238 0,-1-238 0,2 0 0,1 0 0,0-1 0,2 0 0,2 0 0,0 0 0,16 29 0,13 16 0,48 68 0,-71-118 0,1 0 0,0-1 0,1-1 0,2 0 0,-1-1 0,2-1 0,0-1 0,1-1 0,0-1 0,32 15 0,-16-12 0,-1-2 0,2-1 0,0-2 0,0-2 0,75 8 0,-78-13 0,25 1 0,-1 2 0,0 3 0,61 19 0,-112-26 0,0 0 0,0-1 0,0 0 0,1-1 0,-1 1 0,1-2 0,-1 1 0,1-1 0,-1 0 0,1-1 0,-1 0 0,0-1 0,10-2 0,-13 2 0,0 0 0,0-1 0,-1 0 0,1 0 0,-1 0 0,1 0 0,-1-1 0,0 0 0,0 0 0,-1 0 0,1 0 0,-1-1 0,0 1 0,0-1 0,0 0 0,-1 1 0,0-1 0,0-1 0,0 1 0,0 0 0,0-6 0,4-21 0,-2 0 0,-1 0 0,-2 0 0,-1 0 0,-5-35 0,3 34 0,-5-24 0,-2 1 0,-3 1 0,-31-88 0,16 55 0,17 55 0,-2 0 0,-1 1 0,-2 0 0,-1 1 0,-1 1 0,-2 0 0,-40-48 0,49 68 0,0 1 0,-1-1 0,0 2 0,0 0 0,-1 0 0,0 1 0,-1 0 0,1 1 0,-1 0 0,0 1 0,-1 1 0,1 0 0,-27-4 0,-11 2 0,0 2 0,-72 3 0,115 1 0,3 0 0,0 1 0,0-1 0,-1 1 0,1 0 0,0 0 0,0 0 0,1 1 0,-1-1 0,0 1 0,0 0 0,1 1 0,-1-1 0,1 1 0,0 0 0,0 0 0,-5 5 0,4-3 0,1 1 0,0-1 0,0 1 0,1 0 0,0-1 0,0 2 0,0-1 0,1 0 0,-1 0 0,2 1 0,-1-1 0,0 9 0,-17 67-1365,15-65-5461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49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0 615 24575,'14'-1'0,"0"0"0,0-1 0,0 0 0,0-1 0,-1-1 0,1 0 0,-1-1 0,15-8 0,14-9 0,42-30 0,-16 10 0,203-107 0,144-90 0,-382 214 0,-22 17 0,0-1 0,0 1 0,1 1 0,24-11 0,-26 17-1365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5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72 488 24575,'-29'23'0,"24"-20"0,1 0 0,-1 1 0,1 0 0,-1 0 0,1 0 0,0 0 0,1 1 0,-6 7 0,10-12 0,0 0 0,-1 0 0,1 0 0,0 1 0,0-1 0,0 0 0,-1 0 0,1 0 0,0 0 0,0 0 0,-1-1 0,1 1 0,0 0 0,0 0 0,-1 0 0,1-1 0,0 1 0,0 0 0,-1-1 0,1 1 0,0-1 0,-1 1 0,1-1 0,-1 1 0,1-1 0,-1 1 0,2-1 0,29-17 0,303-163-2620,-230 127-1544,110-68 3811,-114 49 1294,-74 52 1474,36-41 1,-48 46-9242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5:52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1 544 24575,'6'-10'0,"2"0"0,-1 0 0,1 1 0,1 0 0,0 0 0,15-11 0,6-6 0,30-34 0,-2 2 0,2 3 0,98-72 0,21 0-1365,-161 113-5461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6:0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2365 0 24575,'-2'4'0,"0"0"0,1 0 0,-2-1 0,1 1 0,0-1 0,-1 1 0,1-1 0,-1 0 0,-5 4 0,-2 5 0,-115 142 0,-155 149 0,223-248 0,-333 347 0,142-120 0,-30 35 0,186-205 0,-5-4 0,-145 125 0,195-194 0,-62 49 0,-189 199 0,244-215-1365,45-56-5461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6:03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24575,'-1'90'0,"3"99"0,-2-187 0,-1 0 0,1 0 0,1 0 0,-1 0 0,0 0 0,0 0 0,1 0 0,-1 0 0,1 0 0,-1-1 0,1 1 0,0 0 0,0 0 0,0-1 0,0 1 0,0 0 0,0-1 0,1 1 0,-1-1 0,0 1 0,1-1 0,-1 0 0,1 0 0,-1 1 0,1-1 0,0 0 0,0 0 0,-1-1 0,1 1 0,0 0 0,0-1 0,0 1 0,0-1 0,0 1 0,0-1 0,0 0 0,0 0 0,0 0 0,0 0 0,2 0 0,9-3 0,0 1 0,0-2 0,-1 0 0,1 0 0,13-8 0,2 1 0,44-19-18,-47 19-318,1 1-1,-1 1 0,53-12 0,-68 21-6489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6:0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24575,'1'22'0,"0"-1"0,2 1 0,1-1 0,0 0 0,2 0 0,11 29 0,63 117 0,0 3 0,-59-111 0,-3 1 0,-2 2 0,-3-1 0,-3 1 0,-2 1 0,-1 67 0,30 690-1365,-32-770-5461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6:05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24575,'3'29'0,"1"-1"0,2 1 0,1-1 0,0 1 0,3-2 0,18 42 0,-4-10 0,-21-48 0,2-1 0,-1 1 0,1-1 0,1 1 0,13 16 0,-18-25 0,0-1 0,0 0 0,1 1 0,-1-1 0,1 0 0,-1 0 0,1 0 0,-1 0 0,1 0 0,0 0 0,-1 0 0,1-1 0,0 1 0,0-1 0,-1 1 0,1-1 0,4 1 0,-4-2 0,1 1 0,-1-1 0,0 1 0,1-1 0,-1 0 0,0 0 0,1 0 0,-1-1 0,0 1 0,0 0 0,0-1 0,0 1 0,0-1 0,-1 0 0,1 0 0,0 1 0,1-4 0,9-10-136,0-1-1,-1 0 1,-1 0-1,-1-1 1,0 0-1,-2-1 1,0 1-1,0-2 0,6-31 1,-11 23-6690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6:0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24575,'12'2'0,"-1"0"0,0 1 0,0 0 0,0 1 0,-1 0 0,1 1 0,-1 0 0,0 0 0,-1 1 0,16 12 0,1-1 0,166 105 0,199 166 0,-307-216 0,-3 3 0,-3 4 0,-4 3 0,94 135 0,-97-110 0,-20-26 0,4-3 0,98 108 0,222 174 0,-364-349-455,2 1 0,26 18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6:07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24575,'30'1'0,"0"1"0,0 2 0,0 1 0,0 1 0,40 15 0,135 64 0,-204-84 0,0 0 0,0-1 0,0 1 0,0-1 0,0 0 0,0 1 0,0-1 0,0 1 0,0-1 0,0 0 0,0 0 0,0 0 0,0 0 0,0 0 0,0 0 0,0 0 0,0 0 0,0 0 0,0 0 0,0 0 0,0-1 0,0 1 0,0 0 0,0-1 0,0 1 0,2-2 0,-3 1 0,1 0 0,0-1 0,-1 1 0,1 0 0,-1-1 0,1 1 0,-1-1 0,1 1 0,-1-1 0,0 1 0,0-1 0,0 1 0,0-1 0,0 1 0,0-1 0,-1-1 0,-1-12 0,-2 1 0,-9-27 0,10 33 0,-11-33 0,-24-85 0,37 122 10,0 0 0,0 0 0,0 1 0,-1-1 0,1 0 0,-1 1 0,0 0 0,1-1 0,-2 1 0,1 0 0,-5-5 0,7 8-16,0-1 1,-1 1-1,1 0 1,0 0-1,-1-1 0,1 1 1,0 0-1,-1 0 1,1 0-1,0 0 1,-1 0-1,1-1 0,-1 1 1,1 0-1,0 0 1,-1 0-1,1 0 0,-1 0 1,1 0-1,0 0 1,-1 0-1,1 0 1,-1 0-1,1 1 0,0-1 1,-1 0-1,1 0 1,0 0-1,-1 0 0,1 1 1,0-1-1,-1 0 1,1 0-1,0 1 1,-1-1-1,0 2-111,-1 0 1,1 0-1,0 1 0,0-1 0,0 0 1,1 0-1,-1 0 0,0 1 0,1-1 1,-1 5-1,-2 16-6709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3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1 329 24575,'106'-93'0,"-68"62"0,54-56 0,-82 73 0,0 1 0,-1-2 0,-1 1 0,13-30 0,-14 30 0,-7 14 0,0 0 0,0 0 0,0 0 0,0 0 0,0 0 0,0 1 0,1-1 0,-1 0 0,0 0 0,0 0 0,0 0 0,0 0 0,0 0 0,0 0 0,1 1 0,-1-1 0,0 0 0,0 0 0,0 0 0,0 0 0,1 0 0,-1 0 0,0 0 0,0 0 0,0 0 0,0 0 0,1 0 0,-1 0 0,0 0 0,0 0 0,0 0 0,0 0 0,0 0 0,1 0 0,-1 0 0,0 0 0,0-1 0,0 1 0,0 0 0,1 0 0,-1 0 0,0 0 0,0 0 0,0 0 0,0 0 0,0 0 0,0-1 0,0 1 0,1 0 0,-1 0 0,0 0 0,0 0 0,0 0 0,0-1 0,0 1 0,0 0 0,0 0 0,0 0 0,0 0 0,0-1 0,0 1 0,0 0 0,0 0 0,0 0 0,0 0 0,0-1 0,0 1 0,0 0 0,4 21 0,-3 32 0,-14 237 114,0 17-1593,13-274-5347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35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223 319 24575,'-11'1'0,"0"0"0,0 1 0,-19 5 0,-21 4 0,44-10 0,-1 0 0,1-1 0,0 0 0,-1 0 0,1 0 0,0-1 0,-10-2 0,15 2 0,0 0 0,-1 0 0,1-1 0,0 1 0,0 0 0,0-1 0,0 1 0,1-1 0,-1 0 0,0 0 0,1 0 0,-1 0 0,1 0 0,-1 0 0,1 0 0,0 0 0,0 0 0,0 0 0,0-1 0,0 1 0,1 0 0,-1-1 0,1 1 0,0-1 0,-1-2 0,-1-8 0,1 0 0,0 1 0,0-1 0,2 0 0,-1 0 0,2 0 0,3-16 0,-3 22 0,0 1 0,0 0 0,1-1 0,0 1 0,0 0 0,1 1 0,-1-1 0,1 1 0,1-1 0,-1 1 0,1 1 0,-1-1 0,1 0 0,1 1 0,10-6 0,3-1 0,1 1 0,1 0 0,0 2 0,0 1 0,1 0 0,-1 2 0,1 0 0,24-1 0,2 2 0,1 3 0,81 6 0,-127-5 0,0 1 0,1-1 0,-1 1 0,0 0 0,0 0 0,0 0 0,0 0 0,0 0 0,0 0 0,0 1 0,0 0 0,-1-1 0,1 1 0,-1 0 0,1 0 0,-1 1 0,0-1 0,1 0 0,-1 1 0,0-1 0,-1 1 0,1 0 0,0 0 0,-1 0 0,0-1 0,1 1 0,-1 1 0,-1-1 0,1 0 0,1 5 0,0 8 0,-1 0 0,-1 0 0,0 1 0,-5 29 0,4-36 0,-2 15 0,-1-1 0,-2 0 0,0 0 0,-2 0 0,0-1 0,-2 0 0,0 0 0,-2-1 0,0-1 0,-2 0 0,0-1 0,-1 0 0,-1-1 0,-1-1 0,0 0 0,-29 21 0,-50 34-1365,71-58-5461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3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226 363 24575,'0'-6'0,"1"1"0,1 0 0,-1-1 0,1 1 0,-1 0 0,2 0 0,-1 0 0,0 1 0,1-1 0,5-7 0,37-44 0,-41 51 0,22-25 0,2 1 0,0 1 0,2 2 0,38-27 0,-55 44 0,1 0 0,1 1 0,0 0 0,0 1 0,0 1 0,1 0 0,0 1 0,0 1 0,0 0 0,1 1 0,-1 1 0,28 0 0,-41 3 0,0-1 0,0 1 0,0 0 0,-1 0 0,1 0 0,0 0 0,-1 0 0,1 1 0,0-1 0,-1 1 0,0 0 0,1-1 0,-1 1 0,0 0 0,0 1 0,0-1 0,0 0 0,0 1 0,-1-1 0,1 1 0,-1-1 0,1 1 0,-1-1 0,0 1 0,0 0 0,0 0 0,-1 0 0,2 4 0,1 9 0,0 1 0,-1-1 0,0 26 0,-2-42 0,0 18 0,-1 0 0,0 0 0,-2 0 0,0-1 0,-1 1 0,0-1 0,-1 0 0,-1 0 0,-12 23 0,6-18 0,-1-2 0,-1 0 0,0 0 0,-2-1 0,0-1 0,-27 23 0,-11 5 0,-3-3 0,-120 70 0,-136 43 0,313-155 0,0-1 0,0 0 0,0 0 0,0 0 0,0 0 0,0 0 0,0 0 0,0 0 0,0 0 0,0 0 0,0 1 0,0-1 0,0 0 0,0 0 0,0 0 0,0 0 0,0 0 0,0 0 0,0 0 0,0 0 0,0 0 0,0 1 0,0-1 0,0 0 0,0 0 0,0 0 0,0 0 0,0 0 0,0 0 0,0 0 0,0 0 0,0 0 0,0 1 0,-1-1 0,1 0 0,0 0 0,0 0 0,0 0 0,0 0 0,0 0 0,0 0 0,0 0 0,0 0 0,0 0 0,0 0 0,-1 0 0,1 0 0,0 0 0,0 0 0,0 0 0,0 0 0,0 0 0,0 0 0,0 0 0,-1 0 0,16 0 0,28-4 0,-40 3 0,389-24 0,-29 3 0,-361 21-59,-14 1 207,-20 2-1602,7 4-5372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37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15 24575,'-4'0'0,"-6"0"0,3 0 0,8-4 0,6-2 0,3 1-8191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38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1 277 24575,'15'-2'0,"0"-1"0,0-1 0,0-1 0,-1 0 0,1 0 0,-1-2 0,-1 0 0,16-10 0,8-2 0,-8 5 0,-1-1 0,0-1 0,-1-1 0,-1-1 0,-1-2 0,-1-1 0,0 0 0,27-34 0,-44 50 0,-18 27 0,-31 51 0,30-53 0,-10 21 0,1 0 0,3 1 0,1 1 0,-14 55 0,24-71 0,2 1 0,0 0 0,2 0 0,1 0 0,1 0 0,2 0 0,0 1 0,7 31 0,2-27-1365,2-9-5461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39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0 24575,'-6'1'0,"0"1"0,0 0 0,0 0 0,0 1 0,0-1 0,0 1 0,1 1 0,-1-1 0,-6 7 0,-7 2 0,-8 3 0,2 2 0,0 1 0,0 1 0,2 1 0,1 1 0,0 1 0,-26 35 0,37-41 0,0 1 0,2 0 0,0 0 0,1 1 0,0 0 0,2 1 0,0-1 0,1 1 0,1 1 0,0-1 0,2 0 0,0 37 0,2-47 0,0-1 0,0 0 0,1 0 0,1 1 0,-1-1 0,1 0 0,1 0 0,-1 0 0,1-1 0,1 1 0,-1-1 0,1 0 0,6 8 0,-6-10 0,0-1 0,1 0 0,-1 0 0,1 0 0,0 0 0,0-1 0,1 1 0,-1-2 0,1 1 0,-1 0 0,1-1 0,0 0 0,0 0 0,0-1 0,0 0 0,0 0 0,0 0 0,9-1 0,64 2 0,84-8 0,-161 5 0,0 1 0,0 0 0,1-1 0,-1 1 0,0-1 0,0 1 0,1-1 0,-1 0 0,0 0 0,0 0 0,0 0 0,0-1 0,0 1 0,-1 0 0,1-1 0,0 1 0,0-1 0,-1 0 0,1 1 0,-1-1 0,0 0 0,2-3 0,-1 1 0,-1 0 0,1-1 0,-1 1 0,0-1 0,0 1 0,-1-1 0,1 1 0,-1-1 0,0 1 0,-1-9 0,-1 1 0,0 0 0,0 1 0,-1-1 0,-1 1 0,0 0 0,-1-1 0,0 2 0,-7-12 0,6 14 0,0 1 0,-1 0 0,0 1 0,0 0 0,0 0 0,-1 0 0,0 1 0,0 0 0,-1 1 0,1 0 0,-1 0 0,0 1 0,0 0 0,-13-3 0,-18-2 0,-1 1 0,-42 0 0,34 3 0,15 2 0,25 3 0,19 2 0,33 4-269,83 0 0,-102-6-558,33 0-5999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4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55 127 24575,'-1'0'0,"0"1"0,0-1 0,0 1 0,0-1 0,0 1 0,0-1 0,0 1 0,0 0 0,0-1 0,0 1 0,1 0 0,-1 0 0,0 0 0,0 0 0,1 0 0,-1 0 0,1 0 0,-1 0 0,1 0 0,-1 0 0,1 0 0,0 0 0,-1 0 0,1 0 0,0 0 0,0 0 0,0 2 0,-5 36 0,5-34 0,0 0 0,0 1 0,1-1 0,0 1 0,0-1 0,0 0 0,0 1 0,1-1 0,0 0 0,0 0 0,1 0 0,-1 0 0,1 0 0,0-1 0,0 1 0,1-1 0,-1 0 0,1 0 0,0 0 0,0 0 0,0-1 0,1 1 0,7 4 0,12 6 0,0-1 0,1-2 0,35 13 0,-27-11 0,0-1 0,-1 3 0,1 0 0,39 27 0,-64-36 0,0 0 0,0 0 0,-1 0 0,0 1 0,0 0 0,0 1 0,-1-1 0,0 1 0,-1 0 0,0 1 0,0-1 0,-1 1 0,0 0 0,0 0 0,-1 1 0,0-1 0,2 13 0,-4-11 0,1 0 0,-2 0 0,1 0 0,-2 0 0,1 0 0,-4 17 0,3-24 0,0 0 0,-1 0 0,1-1 0,-1 1 0,0 0 0,0-1 0,0 1 0,0-1 0,-1 1 0,1-1 0,-1 0 0,0 0 0,0 0 0,0-1 0,0 1 0,-1-1 0,1 1 0,-1-1 0,1 0 0,-7 2 0,-7 2 0,0-1 0,0-1 0,0 0 0,-1-1 0,1-1 0,-32-1 0,12-2 0,1-1 0,-46-10 0,76 11 0,0 0 0,0-1 0,0 0 0,1 0 0,-1 0 0,0 0 0,1-1 0,0 0 0,0 0 0,-10-8 0,12 8 0,0 0 0,1 0 0,-1-1 0,1 1 0,0-1 0,0 0 0,0 0 0,0 0 0,1 0 0,-1 0 0,1 0 0,0 0 0,1 0 0,-1 0 0,1 0 0,-1-7 0,0-9 0,1 0 0,0 0 0,2 0 0,0 0 0,1 0 0,2 0 0,-1 0 0,2 1 0,1 0 0,0 0 0,2 0 0,0 1 0,1 1 0,0 0 0,1 0 0,2 1 0,15-18 0,-22 28 0,10-10 0,-1-1 0,21-29 0,-32 39 0,0 0 0,0-1 0,-1 0 0,1 1 0,-2-1 0,1 0 0,-1-1 0,-1 1 0,1 0 0,-1-12 0,0 14 0,-1-1 0,0 1 0,0-1 0,-1 1 0,1-1 0,-2 1 0,1-1 0,-1 1 0,0 0 0,0 0 0,0 0 0,-1 0 0,0 0 0,-6-8 0,5 10 0,0 0 0,0 0 0,0 1 0,-1-1 0,1 1 0,-1 0 0,0 0 0,0 1 0,0-1 0,0 1 0,-1 0 0,1 1 0,-1-1 0,1 1 0,-1 0 0,1 1 0,-9-1 0,-5 0 0,4-2 0,-1 2 0,0 0 0,0 1 0,1 1 0,-1 0 0,0 2 0,-16 3 0,31-6 3,0 0-1,1 1 0,-1-1 1,0 0-1,1 0 0,-1 1 0,1-1 1,-1 0-1,0 1 0,1-1 1,-1 1-1,1-1 0,-1 1 1,1-1-1,-1 1 0,1-1 1,0 1-1,-1-1 0,1 1 1,0 0-1,-1-1 0,1 1 1,0-1-1,0 1 0,-1 0 1,1-1-1,0 1 0,0 0 1,0-1-1,0 1 0,0 0 1,0 0-1,0-1 0,0 1 0,0 0 1,1-1-1,-1 1 0,0 0 1,0-1-1,0 1 0,1-1 1,-1 1-1,1 0 0,20 24-1289,-20-24 1107,17 15-6646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41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24575,'0'-4'0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42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1 221 24575,'0'-5'0,"1"-1"0,0 1 0,0 0 0,0 0 0,1 0 0,0 0 0,0 0 0,0 0 0,0 0 0,1 0 0,0 1 0,0-1 0,0 1 0,1 0 0,-1 0 0,1 0 0,0 1 0,5-5 0,11-7 0,1 1 0,38-20 0,-21 13 0,-26 14 0,1 0 0,0 2 0,0 0 0,1 0 0,-1 1 0,1 1 0,0 0 0,0 1 0,0 0 0,0 1 0,0 1 0,0 0 0,1 1 0,-1 0 0,0 1 0,25 8 0,-35-8 0,0 0 0,0 0 0,0 0 0,0 1 0,-1-1 0,1 1 0,-1 0 0,0 0 0,0 1 0,0-1 0,0 1 0,0-1 0,-1 1 0,1 0 0,-1 0 0,0 0 0,0 0 0,-1 0 0,1 0 0,-1 1 0,0-1 0,0 1 0,0-1 0,-1 1 0,0 6 0,2 14 0,-2 0 0,-1 1 0,-4 28 0,5-52 0,-3 20 0,-1-1 0,-1 0 0,0 0 0,-2 0 0,-11 25 0,12-34 0,0 0 0,-1 0 0,0-1 0,-1 0 0,0 0 0,0-1 0,-2 0 0,1-1 0,-20 16 0,14-15 0,-91 71 0,105-80 0,1-1 0,-1 1 0,0-1 0,1 0 0,-1 1 0,1-1 0,-1 1 0,1-1 0,-1 1 0,1 0 0,-1-1 0,1 1 0,-1 0 0,1-1 0,0 1 0,-1 0 0,1-1 0,0 1 0,0 0 0,-1 0 0,1-1 0,0 1 0,0 0 0,0 0 0,0-1 0,0 1 0,0 0 0,0 0 0,0-1 0,0 1 0,1 0 0,-1 0 0,0 0 0,2 0 0,-1 1 0,0-1 0,1 0 0,0 0 0,-1 0 0,1 0 0,-1 0 0,1-1 0,0 1 0,0 0 0,-1-1 0,1 1 0,2 0 0,69 6 0,-67-7 0,152 2-1365,-119-3-5461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4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124 142 24575,'-26'51'0,"-40"93"0,59-125 0,1 0 0,1 1 0,1 0 0,0-1 0,-1 40 0,4-39 0,2 0 0,0-1 0,0 1 0,9 31 0,-9-44 0,1-1 0,1 0 0,-1-1 0,1 1 0,0 0 0,1-1 0,-1 0 0,1 1 0,0-2 0,0 1 0,1 0 0,-1-1 0,1 0 0,0 0 0,0 0 0,1 0 0,-1-1 0,8 4 0,3-1 0,1-1 0,0 0 0,-1-1 0,2-1 0,-1 0 0,0-1 0,0-1 0,1-1 0,-1-1 0,1 0 0,-1-1 0,0-1 0,0 0 0,0-1 0,0-1 0,27-13 0,-41 16 0,1-1 0,0 1 0,0-1 0,-1 0 0,0 0 0,1-1 0,-1 1 0,-1-1 0,1 1 0,0-1 0,-1 0 0,0 0 0,0 0 0,0 0 0,0-1 0,-1 1 0,3-8 0,-1-8 0,0 0 0,1-39 0,1-5 0,3 18 0,0 6 0,-1-1 0,-2 1 0,-2-76 0,-3 107 0,0 0 0,-1 0 0,-1 0 0,1 0 0,-2 0 0,1 0 0,-1 1 0,0-1 0,-1 1 0,0 0 0,0 0 0,-1 0 0,0 0 0,0 1 0,-1 0 0,0 0 0,0 0 0,-1 1 0,0 0 0,0 0 0,0 1 0,-16-9 0,19 12 3,1 1 0,-1 0-1,0 0 1,0 0 0,0 0 0,0 0-1,0 1 1,-1 0 0,1 0-1,0 0 1,0 0 0,0 1 0,0 0-1,0-1 1,0 2 0,0-1 0,0 0-1,0 1 1,1-1 0,-1 1-1,0 0 1,1 1 0,-5 2 0,-9 8-112,1 1 0,1 0 1,-20 23-1,8-9-887,7-8-5830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4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2 153 24575,'-1'108'0,"3"119"0,0-212 0,1 1 0,0-1 0,1 0 0,1 0 0,0-1 0,1 0 0,1 0 0,0 0 0,0-1 0,2 1 0,0-2 0,0 0 0,1 0 0,18 16 0,-25-25 0,0-1 0,0 0 0,0 1 0,0-2 0,1 1 0,-1 0 0,1-1 0,0 1 0,-1-1 0,1 0 0,0 0 0,0-1 0,-1 1 0,1-1 0,0 0 0,0 0 0,0 0 0,6-1 0,-4-1 0,0 0 0,-1 0 0,1 0 0,-1-1 0,1 0 0,-1 0 0,0 0 0,0-1 0,-1 1 0,9-9 0,0-3 0,0 0 0,-2 0 0,0-1 0,-1-1 0,0 1 0,9-25 0,-3 5 0,-2 4 0,0 0 0,-2-1 0,11-50 0,-22 72 0,1 1 0,-1-1 0,-1 1 0,0-1 0,0 1 0,-1-1 0,0 1 0,-1-1 0,0 1 0,-1 0 0,0 0 0,0 0 0,-1 0 0,-1 0 0,-10-17 0,4 10 0,0 1 0,-1 0 0,-1 0 0,-1 2 0,0-1 0,-1 2 0,-27-20 0,37 30 6,-1 0 0,1 1-1,-1-1 1,0 1 0,0 0-1,0 1 1,0 0 0,0 0 0,0 0-1,0 1 1,0-1 0,0 2-1,-1-1 1,1 1 0,0-1-1,0 2 1,0-1 0,0 1 0,1 0-1,-7 2 1,8-2-57,0 0 0,1 1-1,-1-1 1,1 1 0,0-1 0,0 1 0,0 0-1,0 0 1,0 1 0,1-1 0,-1 0-1,1 1 1,0 0 0,0-1 0,0 1 0,0 0-1,1 0 1,0 0 0,0 0 0,0 0 0,0 1-1,0-1 1,1 0 0,0 0 0,0 0 0,0 1-1,1-1 1,1 8 0,3 11-6775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45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4:4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25 194 24575,'-12'197'0,"0"-31"0,12-163 0,0 1 0,0 0 0,0-1 0,0 1 0,1-1 0,0 1 0,0-1 0,0 1 0,0-1 0,0 1 0,1-1 0,-1 0 0,1 0 0,0 0 0,0 0 0,0 0 0,0 0 0,1 0 0,3 3 0,-1-3 0,-1 0 0,1 0 0,0 0 0,1 0 0,-1-1 0,0 0 0,1 0 0,-1 0 0,1-1 0,0 0 0,7 1 0,2-1 0,0-1 0,0 0 0,1-1 0,-1-1 0,0 0 0,0-1 0,0-1 0,24-9 0,-32 11 0,-1-1 0,0-1 0,0 1 0,0-1 0,0 0 0,0 0 0,-1-1 0,0 0 0,0 0 0,0 0 0,-1 0 0,1-1 0,-1 0 0,-1 0 0,5-8 0,-4 4 0,0 0 0,-1-1 0,0 0 0,-1 0 0,0 0 0,-1 0 0,0 0 0,-1-20 0,-3-5 0,-3 0 0,0 1 0,-3 0 0,-24-64 0,26 79 0,-1 2 0,-1-1 0,0 1 0,-2 1 0,0 0 0,-15-18 0,22 31 0,0-1 0,0 1 0,-1 0 0,0 0 0,1 1 0,-1-1 0,-1 1 0,1 0 0,0 0 0,-12-3 0,13 5 0,0 0 0,1 1 0,-1-1 0,0 1 0,0 0 0,0 0 0,0 1 0,0-1 0,1 1 0,-1 0 0,0 0 0,0 0 0,1 0 0,-1 1 0,1-1 0,-1 1 0,1 0 0,-6 4 0,5-3 8,0 1 0,0 0 0,1 1 0,-1-1 0,1 1 0,0-1 0,0 1 0,0 0 0,1 0 0,0 0 0,0 0 0,0 1 0,1-1 0,-2 7 0,2-8-76,0 0 1,1-1-1,-1 1 1,1 0-1,-1-1 1,1 1-1,1 0 1,-1-1-1,0 1 1,1 0-1,0-1 1,-1 1-1,2 0 1,-1-1-1,0 1 1,1-1-1,-1 0 1,1 1-1,0-1 1,0 0-1,5 5 1,9 3-6759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09:0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24575,'338'-16'0,"1562"45"0,-1406-25 0,-310-5 0,3-16 0,30 18-1365,-188-1-5461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09:07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24575,'3'1'0,"-1"-1"0,1 1 0,0 0 0,0 0 0,-1 0 0,1 1 0,0-1 0,-1 0 0,5 4 0,6 3 0,28 13 0,1-2 0,0-1 0,2-3 0,0-2 0,52 10 0,-93-23 0,-1 0 0,0 0 0,1 1 0,-1-1 0,0 1 0,0-1 0,0 1 0,1 0 0,-1 0 0,0 0 0,0 0 0,0 0 0,0 0 0,0 0 0,-1 1 0,1-1 0,0 1 0,-1-1 0,1 1 0,-1 0 0,1 0 0,-1-1 0,0 1 0,2 4 0,-3-4 0,0 0 0,0 1 0,0-1 0,0 0 0,0 1 0,-1-1 0,1 0 0,-1 1 0,1-1 0,-1 0 0,0 0 0,0 0 0,0 0 0,0 0 0,0 0 0,-1 0 0,1 0 0,-1 0 0,1 0 0,-1-1 0,0 1 0,1-1 0,-5 3 0,-9 8 0,-2-1 0,1 0 0,-1-1 0,-1-1 0,0-1 0,-22 8 0,-117 28 0,146-41 0,-98 23-1365,66-15-5461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09:0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172 181 24575,'1'-3'0,"-1"1"0,1-1 0,-1 1 0,1 0 0,0-1 0,0 1 0,0 0 0,1 0 0,-1 0 0,1 0 0,-1 0 0,1 0 0,-1 0 0,1 0 0,0 0 0,0 1 0,3-3 0,41-26 0,-34 23 0,16-9 0,0 2 0,1 1 0,1 1 0,0 1 0,1 2 0,0 1 0,0 1 0,1 2 0,-1 1 0,38 0 0,-57 5 0,-1 0 0,1 0 0,-1 2 0,1-1 0,-1 1 0,0 1 0,0 0 0,-1 1 0,16 8 0,0 2 0,-2 0 0,37 31 0,-52-39 0,-1 1 0,1 0 0,-2 1 0,1 0 0,-1 0 0,0 0 0,-1 1 0,0 0 0,0 0 0,-1 0 0,-1 1 0,6 16 0,-9-18 0,1-1 0,-1 1 0,-1-1 0,1 1 0,-1-1 0,-1 1 0,0-1 0,0 1 0,-1-1 0,1 1 0,-2-1 0,1 0 0,-1 0 0,-1 0 0,0 0 0,0-1 0,-7 11 0,2-6 0,0-1 0,-1 1 0,0-2 0,-1 1 0,-1-2 0,1 1 0,-2-2 0,1 1 0,-1-2 0,0 0 0,0 0 0,-18 5 0,-20 5 0,-1-2 0,-56 9 0,52-13 0,3 0 0,-1-3 0,1-2 0,-77-2 0,-24 8 0,108-8 0,424 4 0,-28 1 0,-280-10-1365,-48 1-5461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6:1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1602 1 24575,'-449'17'0,"308"-9"0,7 3 0,-63 2 0,118-10 0,-104 20 0,10-1 0,129-16 61,-49 12 0,5 0-1548,67-15-5339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8:06:1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0 24575,'-4'1'0,"-1"0"0,0 0 0,1 0 0,0 1 0,-1-1 0,1 1 0,0 0 0,-7 5 0,-8 3 0,-248 109 0,261-116 0,-1-1 0,1 2 0,0-1 0,0 1 0,0-1 0,0 2 0,1-1 0,-1 1 0,1-1 0,0 1 0,-6 9 0,11-14 0,0 0 0,0 0 0,0 1 0,0-1 0,0 0 0,0 0 0,0 1 0,-1-1 0,1 0 0,0 0 0,0 1 0,0-1 0,0 0 0,0 0 0,0 1 0,1-1 0,-1 0 0,0 0 0,0 1 0,0-1 0,0 0 0,0 0 0,0 1 0,0-1 0,0 0 0,1 0 0,-1 0 0,0 1 0,0-1 0,0 0 0,0 0 0,1 0 0,-1 0 0,0 1 0,0-1 0,0 0 0,1 0 0,-1 0 0,0 0 0,0 0 0,1 0 0,-1 0 0,0 1 0,0-1 0,1 0 0,16 2 0,-15-1 0,242 14 0,-131-11 0,-1 4 0,172 37 0,-276-43 0,0 0 0,0 1 0,-1 0 0,1 1 0,-1-1 0,1 2 0,-1-1 0,0 1 0,-1 0 0,1 0 0,-1 1 0,0-1 0,0 2 0,-1-1 0,0 0 0,7 13 0,-2-7-1365,0-2-5461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0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2788 24575,'-21'-839'0,"8"-344"0,15 736 0,-2 154-1365,0 267-5461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02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1 689 24575,'3'-34'0,"2"0"0,1 0 0,2 1 0,1 0 0,2 0 0,17-36 0,-9 21 0,14-44 0,-4 9 0,51-103 0,-80 185 0,1 1 0,-1-1 0,0 1 0,0-1 0,0 1 0,1-1 0,-1 1 0,0 0 0,1-1 0,-1 1 0,0-1 0,1 1 0,-1 0 0,1-1 0,-1 1 0,0 0 0,1-1 0,-1 1 0,1 0 0,-1 0 0,1 0 0,-1-1 0,1 1 0,-1 0 0,1 0 0,-1 0 0,1 0 0,0 0 0,-1 0 0,1 0 0,14 12 0,10 37 0,-18-34 0,79 136 0,171 227 0,-247-366-1365,-2-4-5461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3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1412 24575,'16'-319'0,"0"48"0,-38-288 0,-17 314-1365,37 228-5461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40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0 284 24575,'1'8'0,"-1"0"0,1 0 0,0-1 0,1 1 0,0 0 0,0 0 0,1-1 0,5 12 0,-7-18 0,-1 1 0,1-1 0,0 0 0,-1 0 0,1 0 0,0 0 0,0 0 0,0 0 0,0 0 0,0 0 0,0 0 0,0 0 0,1 0 0,-1-1 0,0 1 0,0 0 0,1-1 0,-1 1 0,0-1 0,1 0 0,1 1 0,-1-1 0,0-1 0,0 1 0,0-1 0,0 1 0,-1-1 0,1 0 0,0 0 0,0 0 0,0 0 0,-1 0 0,1 0 0,0-1 0,-1 1 0,1-1 0,-1 1 0,0-1 0,1 1 0,-1-1 0,1-2 0,21-30 0,29-54 0,-36 57 0,2 0 0,40-53 0,-37 57 0,-18 21 0,1 0 0,0 0 0,0 0 0,1 1 0,0-1 0,0 1 0,0 0 0,1 1 0,-1-1 0,12-5 0,-16 10 0,1-1 0,0 1 0,0 0 0,-1 0 0,1 0 0,0 0 0,0 1 0,-1-1 0,1 0 0,0 1 0,0-1 0,-1 1 0,1 0 0,-1-1 0,1 1 0,0 0 0,-1 0 0,1 0 0,-1 0 0,0 0 0,3 3 0,30 33 0,-23-24 0,36 41-195,3-2 0,2-2 0,2-3 0,2-2 0,2-3 0,65 36 0,-111-71-6631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4:54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2448 24575,'16'-1069'0,"-18"878"0,4-245 0,5 300 0,3-97 0,-9 211 0,1 0 0,0 1 0,9-30 0,3-24 0,0-66 0,-12 98 0,-1 35 0,2 36 0,45 248 0,2 11 0,-35-152 0,15 219 0,-4 164 0,-3-163 0,-5-147 0,-7-104 0,-7-78 0,2 0 0,11 38 0,-12-50 0,-4-9-1365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5:00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37 193 24575,'-1'0'0,"0"1"0,0-1 0,0 1 0,0 0 0,0-1 0,1 1 0,-1 0 0,0 0 0,0-1 0,1 1 0,-1 0 0,0 0 0,1 0 0,-1 0 0,1 0 0,-1 0 0,1 0 0,0 0 0,-1 0 0,1 0 0,0 0 0,0 1 0,-7 32 0,6-29 0,-12 87 0,12-83 0,1-1 0,0 0 0,0 1 0,1-1 0,0 1 0,0-1 0,1 0 0,5 15 0,-6-22 0,-1 0 0,1 0 0,-1 1 0,1-1 0,0 0 0,-1 0 0,1 0 0,0 0 0,0-1 0,0 1 0,-1 0 0,1 0 0,0 0 0,0-1 0,0 1 0,0 0 0,1-1 0,-1 1 0,0-1 0,0 1 0,0-1 0,0 0 0,1 1 0,-1-1 0,1 0 0,1 0 0,0 0 0,-1-1 0,1 1 0,-1-1 0,0 0 0,1 0 0,-1 0 0,1 0 0,-1 0 0,0 0 0,4-3 0,5-5 0,1-1 0,-2 0 0,14-16 0,-20 21 0,175-221 0,-65 79 0,-114 147 0,0 0 0,0-1 0,0 1 0,1-1 0,-1 1 0,0 0 0,0-1 0,1 1 0,-1-1 0,0 1 0,1 0 0,-1 0 0,0-1 0,1 1 0,-1 0 0,0-1 0,1 1 0,-1 0 0,1 0 0,-1 0 0,0-1 0,1 1 0,-1 0 0,1 0 0,-1 0 0,1 0 0,-1 0 0,1 0 0,-1 0 0,1 0 0,-1 0 0,1 0 0,-1 0 0,0 0 0,1 1 0,5 16 0,-7 44 0,0-45 0,3 253 0,2-216 0,3 0 0,1-1 0,17 56 0,-14-85 120,-6-23-321,2-12-1083,-3-3-5542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5:01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24575,'21'70'0,"-3"0"0,-3 1 0,-3 0 0,-3 1 0,-3 0 0,-6 115 0,-1-184 5,-1-7-699,1 2 18,-2-9-6150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5:0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24575,'6'-4'0,"0"0"0,0 0 0,0 0 0,0 1 0,1 0 0,0 1 0,-1-1 0,1 1 0,0 0 0,0 1 0,14-2 0,-9 2 0,1 0 0,-1 1 0,0 0 0,1 1 0,-1 1 0,14 2 0,-23-2 0,1-1 0,-1 1 0,1 0 0,-1 0 0,0 0 0,0 1 0,0-1 0,0 1 0,0 0 0,-1-1 0,1 1 0,-1 0 0,1 1 0,-1-1 0,0 0 0,-1 1 0,1-1 0,0 1 0,-1-1 0,0 1 0,0 0 0,0 0 0,0-1 0,-1 1 0,0 0 0,1 0 0,-1 0 0,-1 0 0,0 5 0,1-3 0,0-1 0,0 1 0,-1-1 0,0 1 0,0-1 0,-1 1 0,0-1 0,0 1 0,0-1 0,0 0 0,-1 0 0,0 0 0,0-1 0,0 1 0,0-1 0,-1 1 0,0-1 0,0 0 0,0 0 0,-6 3 0,0-1-195,-1-1 0,0 0 0,0-1 0,0 0 0,0 0 0,-21 2 0,18-5-6631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5:03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553 583 24575,'-1'-2'0,"1"-1"0,-1 1 0,0-1 0,0 0 0,0 1 0,0 0 0,0-1 0,0 1 0,-1 0 0,1-1 0,-1 1 0,1 0 0,-1 0 0,0 0 0,0 0 0,0 1 0,0-1 0,0 0 0,0 1 0,0 0 0,-1-1 0,1 1 0,-5-1 0,-5-4 0,-1 1 0,0 1 0,-17-4 0,-21-2 0,-1 2 0,1 2 0,-1 3 0,0 2 0,-64 6 0,113-5 0,0 0 0,0 1 0,0-1 0,0 1 0,0-1 0,1 1 0,-1 0 0,0 0 0,1 0 0,-1 1 0,1-1 0,-1 1 0,1-1 0,-1 1 0,1 0 0,0 0 0,0 0 0,0 0 0,0 0 0,0 0 0,0 0 0,1 1 0,-3 4 0,2 1 0,0-1 0,0 1 0,1 1 0,0-1 0,0 0 0,1 0 0,1 10 0,0 27 0,8 49 0,-7-80 0,0-1 0,1 0 0,1 0 0,0 0 0,1-1 0,0 1 0,1-1 0,9 15 0,-14-27 0,-1 1 0,0-1 0,0 0 0,1 1 0,-1-1 0,0 1 0,1-1 0,-1 1 0,1-1 0,-1 0 0,0 1 0,1-1 0,-1 0 0,1 0 0,-1 1 0,1-1 0,-1 0 0,1 0 0,-1 1 0,1-1 0,-1 0 0,1 0 0,0 0 0,-1 0 0,1 0 0,-1 0 0,1 0 0,-1 0 0,1 0 0,-1 0 0,1 0 0,-1-1 0,1 1 0,0 0 0,-1 0 0,1 0 0,-1-1 0,1 1 0,17-23 0,6-32 0,28-105 0,98-264 0,-142 408 0,-1-1 0,-1 0 0,0 0 0,-2-1 0,0 0 0,0 0 0,-2 0 0,0 0 0,-1-28 0,-1 46 0,0 0 0,0 0 0,0 0 0,0-1 0,0 1 0,1 0 0,-1 0 0,0 0 0,0-1 0,0 1 0,0 0 0,0 0 0,0-1 0,0 1 0,0 0 0,0 0 0,0 0 0,0-1 0,0 1 0,0 0 0,0 0 0,0-1 0,0 1 0,0 0 0,0 0 0,0-1 0,-1 1 0,1 0 0,0 0 0,0 0 0,0-1 0,0 1 0,0 0 0,-1 0 0,1 0 0,0 0 0,0-1 0,0 1 0,0 0 0,-1 0 0,1 0 0,0 0 0,0 0 0,-1 0 0,1 0 0,0-1 0,0 1 0,0 0 0,-1 0 0,1 0 0,0 0 0,0 0 0,-1 0 0,1 0 0,0 0 0,-8 17 0,-5 30 0,-10 74 0,5 0 0,5 1 0,6 238 0,7-358 0,0-1 0,0 0 0,0 0 0,0 0 0,0 0 0,1 1 0,-1-1 0,0 0 0,0 0 0,1 0 0,-1 0 0,1 0 0,-1 0 0,1 0 0,-1 0 0,1 0 0,1 2 0,-2-3 0,1 0 0,-1-1 0,1 1 0,-1 0 0,1 0 0,-1 0 0,0 0 0,1 0 0,-1-1 0,1 1 0,-1 0 0,1 0 0,-1-1 0,1 1 0,-1 0 0,0 0 0,1-1 0,-1 1 0,0-1 0,1 1 0,-1 0 0,0-1 0,1 1 0,-1-1 0,0 1 0,1-1 0,21-46 0,-18 39 0,78-165-1365,-65 143-5461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5:04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32 24575,'0'-1'0,"-1"-1"0,0 1 0,0-1 0,1 1 0,-1 0 0,0-1 0,0 1 0,0 0 0,-1 0 0,1 0 0,0 0 0,0 0 0,0 0 0,-1 0 0,1 0 0,-1 0 0,1 0 0,-1 1 0,1-1 0,-1 1 0,1-1 0,-1 1 0,1-1 0,-1 1 0,-2 0 0,-42-7 0,27 7 0,0 0 0,1 1 0,-1 1 0,1 1 0,0 1 0,0 0 0,0 1 0,0 1 0,1 1 0,0 1 0,0 0 0,1 1 0,0 0 0,1 2 0,0 0 0,0 0 0,1 2 0,1-1 0,0 2 0,-13 16 0,21-20 0,0 0 0,0 0 0,1 0 0,0 1 0,1-1 0,0 1 0,1 0 0,0 0 0,0 0 0,1 21 0,1-4 0,2 1 0,10 56 0,-12-81 0,1 0 0,0-1 0,0 1 0,0 0 0,1-1 0,-1 1 0,1-1 0,0 1 0,0-1 0,0 0 0,0 0 0,0 0 0,1 0 0,0 0 0,-1 0 0,1-1 0,0 1 0,0-1 0,5 3 0,-4-4 0,-1 0 0,1 0 0,-1 0 0,1 0 0,-1-1 0,1 1 0,0-1 0,-1 0 0,1 0 0,0-1 0,-1 1 0,1-1 0,-1 1 0,1-1 0,-1 0 0,1-1 0,-1 1 0,1-1 0,-1 1 0,0-1 0,4-3 0,8-6 0,0 0 0,0-1 0,-1-1 0,-1-1 0,0 0 0,-1 0 0,-1-1 0,0-1 0,-1 0 0,16-34 0,-22 37 0,-2 0 0,0-1 0,0 1 0,-1 0 0,-1 0 0,0-1 0,-4-23 0,1-16 0,3 65 0,8 254 0,-4-223 0,2 1 0,2-1 0,2-1 0,18 51 0,-27-89 0,0-1 0,0 0 0,1 0 0,-1 0 0,1 0 0,0 0 0,0 0 0,0 0 0,3 2 0,-5-4 0,1-1 0,0 0 0,0 1 0,0-1 0,0 0 0,-1 0 0,1 1 0,0-1 0,0 0 0,0 0 0,0 0 0,0 0 0,0 0 0,-1 0 0,1-1 0,0 1 0,0 0 0,0 0 0,0-1 0,0 1 0,-1 0 0,1-1 0,0 1 0,0-1 0,-1 1 0,1-1 0,0 1 0,-1-1 0,1 1 0,0-1 0,-1 0 0,1 1 0,-1-1 0,1 0 0,-1 0 0,0 1 0,1-1 0,0-2 0,131-187-1365,-111 164-5461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5:0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24575,'-6'7'0,"2"0"0,-1 0 0,1 0 0,0 1 0,0-1 0,1 1 0,-1 0 0,-1 11 0,-4 8 0,-110 313 0,96-259 0,3 0 0,-10 110 0,27-164 0,2 0 0,1 0 0,1 0 0,2 0 0,0 0 0,10 34 0,-10-50 0,0 0 0,0 0 0,2 0 0,-1-1 0,1 1 0,1-1 0,0 0 0,0-1 0,1 0 0,0 0 0,1 0 0,0-1 0,0 0 0,0 0 0,1-1 0,1 0 0,14 8 0,-9-11 0,0 1 0,0-2 0,1 0 0,0-1 0,-1-1 0,1 0 0,0-1 0,0-1 0,16-2 0,19 0 0,12 4 0,-31 0 0,0-1 0,49-7 0,-79 7 3,-1 0 1,1 0-1,0-1 0,0 1 0,-1 0 1,1-1-1,0 0 0,-1 1 0,1-1 1,0 0-1,-1 0 0,1 0 0,-1 0 1,1 0-1,-1 0 0,0 0 0,0 0 1,1-1-1,-1 1 0,0 0 0,0-1 0,0 1 1,0-1-1,0 0 0,-1 1 0,1-1 1,0 0-1,-1 1 0,1-1 0,-1 0 1,0 1-1,1-1 0,-1 0 0,0 0 1,0 0-1,-1-3 0,0-1-152,0 0 1,-1 0-1,0 0 1,0 1-1,0-1 1,-1 0-1,0 1 1,0 0-1,-5-7 1,-10-12-6678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5:06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24575,'6'0'0,"9"0"0,9 0 0,7-3 0,2-1 0,3 1 0,7 0 0,1 1 0,2 1 0,-5 0 0,-4 1 0,-5 0 0,-11 0 0,-9 0-8191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5:07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25 311 24575,'12'0'0,"81"1"0,120-16 0,-184 11 0,0-2 0,-1 0 0,0-2 0,0-1 0,-1-1 0,0-2 0,-1 0 0,36-24 0,-54 30 0,-1 0 0,0 0 0,0-1 0,0 1 0,-1-2 0,0 1 0,-1-1 0,9-16 0,-12 21 0,0 0 0,0-1 0,0 1 0,-1-1 0,0 0 0,0 1 0,0-1 0,0 0 0,0 0 0,-1 0 0,0 0 0,0 1 0,0-1 0,0 0 0,0 0 0,-1 0 0,0 0 0,0 0 0,0 1 0,0-1 0,0 0 0,-1 1 0,-4-7 0,4 8 0,0 0 0,0 0 0,0 0 0,-1 0 0,1 1 0,-1-1 0,1 1 0,-1 0 0,0 0 0,0 0 0,1 0 0,-1 0 0,0 0 0,0 1 0,0 0 0,-4-1 0,-56 2 0,41 0 0,-15 0 0,0 0 0,0 3 0,1 1 0,-50 13 0,72-14 0,1 1 0,1 0 0,-1 0 0,1 2 0,0-1 0,0 1 0,1 1 0,0 0 0,0 1 0,1 0 0,0 1 0,0 0 0,1 0 0,1 1 0,-9 13 0,-116 176 0,132-199 0,0 1 0,0-1 0,0 1 0,0 0 0,1-1 0,-1 1 0,0 0 0,1-1 0,-1 1 0,1 0 0,-1 0 0,1 0 0,0-1 0,0 1 0,0 0 0,0 0 0,0 0 0,0 0 0,1-1 0,-1 1 0,0 0 0,1 0 0,0 0 0,-1-1 0,1 1 0,0 0 0,0-1 0,0 1 0,0-1 0,0 1 0,0-1 0,0 0 0,1 1 0,-1-1 0,0 0 0,1 0 0,-1 0 0,1 0 0,-1 0 0,3 1 0,7 3 0,1 0 0,0-1 0,0 0 0,24 4 0,-13-3 0,59 17 0,1-4 0,0-4 0,154 6 0,-168-19 0,-28 1 0,0-2 0,61-8 0,-91 5 120,-11 3-142,0 0 0,-1 0-1,1 0 1,0 0 0,0 0 0,0 0 0,0 0 0,0 0 0,0 0-1,0 0 1,0 0 0,0 0 0,0 0 0,0-1 0,-1 1-1,1 0 1,0 0 0,0 0 0,0 0 0,0 0 0,0 0-1,0 0 1,0 0 0,0 0 0,0 0 0,0-1 0,0 1-1,0 0 1,0 0 0,0 0 0,0 0 0,0 0 0,0 0-1,0 0 1,0 0 0,0-1 0,0 1 0,0 0 0,0 0-1,0 0 1,0 0 0,0 0 0,0 0 0,0 0 0,1 0-1,-1 0 1,0 0 0,0-1 0,0 1 0,0 0 0,0 0-1,0 0 1,0 0 0,0 0 0,0 0 0,0 0 0,0 0-1,1 0 1,-1 0 0,0 0 0,0 0 0,0 0 0,0 0-1,0 0 1,0 0 0,0 0 0,-9-3-6804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3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16 114 24575,'-10'289'0,"5"157"0,5-443 0,1-1 0,0 1 0,0-1 0,0 1 0,0-1 0,0 0 0,1 1 0,-1-1 0,1 0 0,-1 0 0,1 0 0,0 0 0,0 0 0,0 0 0,0-1 0,0 1 0,0-1 0,0 1 0,1-1 0,-1 0 0,0 0 0,1 0 0,-1 0 0,1 0 0,0 0 0,-1-1 0,4 1 0,14 3 0,1-1 0,32 1 0,-24-2 0,93 12 0,1-6 0,-1-6 0,1-5 0,-1-5 0,0-5 0,0-6 0,171-50 0,-241 53 0,1 2 0,64-7 0,-112 19 0,0 1 0,-1 0 0,1-1 0,0 0 0,0 0 0,-1-1 0,1 1 0,-1-1 0,0 0 0,0 0 0,0 0 0,0-1 0,-1 0 0,1 1 0,-1-1 0,0 0 0,0-1 0,0 1 0,-1 0 0,3-7 0,6-11 0,-1-2 0,12-42 0,-19 54 0,13-40 0,-4-1 0,-1 1 0,-3-2 0,-2 1 0,-2-101 0,-3 150 0,-2 0 0,1 0 0,0 0 0,-1 0 0,0 0 0,0 0 0,0 0 0,0 0 0,-1 0 0,1 1 0,-1-1 0,0 0 0,0 1 0,0 0 0,-1-1 0,1 1 0,-1 0 0,0 0 0,-6-5 0,2 4 0,0 1 0,-1 0 0,0 0 0,1 0 0,-1 1 0,0 1 0,0-1 0,0 1 0,-11 0 0,-886-55 0,494 54 0,214 3 0,162 6 120,25 0-321,23 1-1083,6-3-5542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39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86 24575,'-3'73'0,"-19"104"0,0 5 0,15-107 0,-3 81 0,10-154 0,0 1 0,1-1 0,-1 0 0,0 0 0,1 0 0,-1 1 0,1-1 0,0 0 0,-1 0 0,1 0 0,0 0 0,0 0 0,1 0 0,-1-1 0,0 1 0,0 0 0,1-1 0,-1 1 0,1 0 0,0-1 0,-1 0 0,1 1 0,0-1 0,0 0 0,0 0 0,0 0 0,0 0 0,0 0 0,0-1 0,0 1 0,4 0 0,7 1 0,1 0 0,0-1 0,-1-1 0,19-1 0,9 0 0,291 22 0,242 8 0,-547-28 0,-14 1 0,0-1 0,0-1 0,0 0 0,-1-1 0,1 0 0,0-1 0,-1-1 0,1 0 0,21-8 0,-30 8 0,-1 1 0,0-1 0,0 0 0,0 0 0,0 0 0,-1 0 0,1-1 0,-1 1 0,0-1 0,0 0 0,2-5 0,19-54 0,-11 28 0,55-120 0,-28 70 0,-3-3 0,-4-1 0,25-112 0,-56 197 0,0 0 0,0 1 0,-1-1 0,1 0 0,-1 0 0,0 0 0,0 0 0,-1 1 0,1-1 0,-1 0 0,0 0 0,-1-3 0,1 5 0,0 0 0,-1 0 0,1 1 0,-1-1 0,1 0 0,-1 1 0,0 0 0,0-1 0,0 1 0,1 0 0,-1 0 0,0 0 0,0 0 0,0 0 0,-1 0 0,1 1 0,0-1 0,0 1 0,0-1 0,0 1 0,-1 0 0,-3 0 0,-268 0 0,136 4 0,11-3 0,-566 30 0,653-28 7,-66-3 0,46-2-1386,35 2-5447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41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69 24575,'-1'13'0,"-2"-1"0,1 1 0,-2-1 0,0 0 0,0 0 0,-1 0 0,-1 0 0,-13 20 0,-5 16 0,14-30 0,2 1 0,0 0 0,1 0 0,1 1 0,0 0 0,2 0 0,0 0 0,2 1 0,-1 22 0,2-25 0,2-1 0,0 0 0,0 1 0,2-1 0,0 0 0,1 0 0,1-1 0,0 1 0,12 23 0,-8-19 0,0 1 0,6 25 0,7 18 0,-21-63 0,0 0 0,0 0 0,1 0 0,-1 0 0,1-1 0,0 1 0,-1 0 0,1-1 0,0 0 0,0 1 0,0-1 0,0 0 0,0 0 0,0 0 0,0 0 0,0 0 0,0 0 0,1 0 0,-1-1 0,0 0 0,1 1 0,2-1 0,61 1 0,-42-2 0,585 8-6116,15 1 6579,-469-9 5042,91 1-5357,-243 0-148,-1-1 0,1 1 0,-1-1 0,0 0 0,1 1 0,-1-1 0,0 0 0,0 0 0,1-1 0,-1 1 0,0 0 0,0-1 0,-1 1 0,1-1 0,0 0 0,0 0 0,-1 0 0,1 0 0,-1 0 0,0 0 0,1 0 0,-1 0 0,0 0 0,0 0 0,0-1 0,-1 1 0,1 0 0,0-1 0,-1 1 0,0-1 0,1 1 0,-1-4 0,2-15 0,-1 0 0,-2-40 0,0 32 0,3-113 0,1 17 0,-16-143 0,12 256 0,-1-1 0,0 1 0,0-1 0,-2 1 0,-4-13 0,6 22 0,1 0 0,-1 0 0,1 1 0,-1-1 0,0 0 0,0 1 0,0 0 0,0-1 0,0 1 0,-1 0 0,1 0 0,-1 0 0,1 1 0,-1-1 0,0 0 0,0 1 0,1 0 0,-1 0 0,0 0 0,0 0 0,0 0 0,-1 0 0,1 1 0,0 0 0,-6-1 0,-361 23 0,147-4 0,-126-10 0,-34 1 0,361-7-97,-223 8-1171,230-10-5558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4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24575,'-26'523'0,"20"-464"-1365,6-44-5461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43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24575,'0'109'0,"4"0"0,5 0 0,5-1 0,39 151 0,-36-203 0,-8-32 0,-2 0 0,-1 1 0,5 39 0,-8-25 0,1 0 0,17 65 0,-21-104-38,0 0 0,0-1 0,0 1 1,0 0-1,0 0 0,0 0 0,0 0 0,0 0 0,0 0 0,0 0 0,1 0 0,-1 0 0,0 0 0,0 0 0,0-1 0,0 1 1,0 0-1,0 0 0,0 0 0,0 0 0,1 0 0,-1 0 0,0 0 0,0 0 0,0 0 0,0 0 0,0 0 0,0 0 0,0 0 1,1 0-1,-1 0 0,0 0 0,0 0 0,0 0 0,0 0 0,1-9-6788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4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24575,'2'22'0,"0"1"0,2-1 0,6 24 0,0 3 0,39 156 0,11 65 0,-46-148 0,-4 188 0,-13-372-1365,0 48-5461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48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832 1 24575,'-5'10'0,"0"1"0,-1-1 0,0 0 0,-1-1 0,0 0 0,-17 17 0,-3 6 0,-313 361 0,261-313 0,-4-5 0,-151 107 0,225-176-37,16-11 129,16-11-1512,5 2-5406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49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24575,'2'6'0,"1"0"0,-1 0 0,2 0 0,-1 0 0,1-1 0,-1 0 0,1 1 0,1-1 0,-1-1 0,10 8 0,-5-2 0,248 230 0,40 42 0,-287-270-1365,-4-2-5461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51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297 263 24575,'14'-2'0,"0"0"0,0 0 0,0-1 0,0-1 0,0 0 0,16-9 0,32-8 0,290-50 0,-111 26 0,-185 33 0,244-46 0,-225 47 0,0 4 0,78 2 0,-85 4 0,-38 0 0,-1 1 0,0 1 0,30 6 0,-54-7 0,-1 1 0,-1 0 0,1 0 0,0 0 0,0 1 0,0-1 0,-1 1 0,1 0 0,0 0 0,-1 0 0,0 0 0,1 1 0,-1 0 0,0-1 0,-1 1 0,6 6 0,-7-6 0,1 0 0,-1 0 0,0 1 0,0-1 0,0 0 0,-1 0 0,1 1 0,-1-1 0,0 0 0,0 1 0,0-1 0,0 1 0,0-1 0,-1 0 0,0 0 0,1 1 0,-1-1 0,-1 0 0,1 0 0,-3 5 0,-6 12 0,-1-1 0,-1 0 0,-1-1 0,0 0 0,-1-1 0,-1-1 0,-1 0 0,-24 19 0,4-7 0,-1-2 0,-1-1 0,-46 21 0,57-33 0,0-3 0,0 0 0,-57 12 0,-90 4 0,120-19 0,-48 2 0,-121-5 0,8-1 0,159 1 0,-167 2 0,194-8 0,0 0 0,0-2 0,1-2 0,-1 0 0,-44-17 0,32 8 0,22 9 0,1-1 0,0 0 0,0-1 0,1-1 0,0-1 0,0 0 0,1-1 0,-28-25 0,43 35 0,0 1 0,1-1 0,-1 0 0,0 0 0,1 1 0,-1-1 0,0 0 0,1 0 0,-1 0 0,1 0 0,0 0 0,-1 0 0,1 0 0,0 0 0,-1 0 0,1 0 0,0 0 0,0 0 0,0 0 0,0 0 0,0 0 0,0 0 0,0 0 0,0 0 0,1 0 0,-1-1 0,1 0 0,0 0 0,0 1 0,1-1 0,-1 1 0,0-1 0,1 1 0,-1 0 0,1-1 0,-1 1 0,1 0 0,0 0 0,-1 0 0,3-1 0,8-2 0,0-1 0,1 1 0,17-3 0,-26 6 0,103-15 0,1 4 0,171 4 0,-111 5 0,-37-1-1365,-88 3-5461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5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1 24575,'-1'21'0,"0"1"0,-2 0 0,-1-1 0,-12 40 0,-38 82 0,38-107 0,-441 985 0,453-1010-1,14-29-31,1-2-1300,10-11-5494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53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24575,'1'4'0,"1"1"0,0-1 0,0 0 0,0 0 0,1 0 0,0 0 0,0 0 0,0 0 0,0-1 0,0 1 0,7 4 0,7 10 0,61 90 0,-5 4 0,68 138 0,-84-143 0,-4 3 0,67 205 0,-114-289-1365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54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257 402 24575,'15'-13'0,"1"1"0,1 1 0,26-15 0,-10 6 0,23-12 0,1 3 0,110-40 0,130-22 0,-204 64 0,2 4 0,1 4 0,159-10 0,-241 29 0,0 1 0,0 1 0,0 0 0,0 1 0,0 0 0,-1 1 0,0 1 0,0 0 0,0 1 0,0 0 0,19 14 0,7 7 0,-2 3 0,36 35 0,-62-54 0,-7-8 0,-1 0 0,1 0 0,-1 0 0,0 1 0,0 0 0,0 0 0,0 0 0,-1 0 0,0 0 0,0 0 0,0 1 0,0-1 0,1 7 0,-2-7 0,-1 0 0,-1 0 0,1 0 0,0 0 0,-1-1 0,0 1 0,0 0 0,0 0 0,0-1 0,-1 1 0,1-1 0,-1 1 0,0-1 0,0 0 0,0 1 0,-5 4 0,-11 13 0,-1 0 0,-1-2 0,0 0 0,-2-1 0,0-1 0,-43 25 0,-1-6 0,-88 35 0,51-33 0,-1-3 0,-1-6 0,-1-4 0,-155 17 0,241-40 0,-1-1 0,0 0 0,1-2 0,-1 0 0,0-1 0,1-1 0,0-1 0,0-1 0,0-1 0,0 0 0,1-2 0,0 0 0,-20-12 0,-339-143 0,354 153 0,20 9 0,-1-1 0,1 1 0,0-1 0,0-1 0,0 1 0,0 0 0,0-1 0,1 0 0,-1 0 0,1 0 0,-1 0 0,1-1 0,0 1 0,-4-9 0,6 10 0,0-1 0,0 0 0,0 0 0,1 0 0,-1 1 0,1-1 0,0 0 0,0 0 0,0 0 0,0 0 0,1 0 0,-1 0 0,1 1 0,-1-1 0,1 0 0,0 0 0,0 1 0,0-1 0,1 1 0,-1-1 0,1 1 0,-1-1 0,1 1 0,3-4 0,8-10 0,0 0 0,1 0 0,1 2 0,18-15 0,-27 24 0,1 1 0,0 0 0,0 0 0,0 0 0,0 0 0,1 1 0,0 1 0,-1-1 0,1 1 0,0 1 0,0-1 0,0 1 0,12 0 0,47 4-1365,-47-2-5461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55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973 1 24575,'-1'23'0,"-1"0"0,-1-1 0,-1 1 0,-1-1 0,-1 0 0,-1 0 0,-17 37 0,-10 8 0,-43 63 0,57-96 0,-326 489 0,241-382 0,-193 199 0,297-338-4,0-1 0,0 0 0,-1 1 0,1-1 0,0 1 0,-1-1 0,1 0 0,0 0 0,-1 0 0,1 0 0,-1 0 0,0 0 0,1 0 0,-1-1 0,0 1 0,0-1 0,1 1 0,-1-1 0,-3 1 0,4-2 12,0 0 1,0 1-1,1-1 0,-1 0 1,1 0-1,-1 0 0,1 0 1,-1 0-1,1 0 0,0 0 1,-1 0-1,1 0 0,0 0 1,0 0-1,0 0 0,-1 0 1,1 0-1,0 0 0,1 0 1,-1 0-1,0 0 0,0 0 1,1-2-1,1-12-379,1 1-1,1-1 1,7-17 0,0 6-6455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56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24575,'1'7'0,"0"1"0,0-1 0,1 0 0,0 0 0,0 0 0,1 0 0,-1-1 0,2 1 0,-1-1 0,1 1 0,0-1 0,6 7 0,11 13 0,33 32 0,-31-35 0,43 45 0,116 129 0,-161-169 0,0 1 0,-2 1 0,0 1 0,-3 0 0,21 53 0,-24-42 0,8 46 0,7 27 0,0-51-1365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6:5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0 290 24575,'2'-3'0,"-1"0"0,1 0 0,-1 0 0,1 0 0,0 0 0,0 1 0,0-1 0,0 1 0,1-1 0,-1 1 0,1 0 0,-1 0 0,1 0 0,0 0 0,0 1 0,0-1 0,0 1 0,4-2 0,3-3 0,38-19 0,0 2 0,2 2 0,0 2 0,88-19 0,217-25 0,-126 36 0,380 4 0,-607 23 0,0 0 0,0 1 0,0-1 0,0 0 0,0 1 0,0-1 0,-1 1 0,1 0 0,0-1 0,0 1 0,0 0 0,-1 0 0,1 1 0,0-1 0,-1 0 0,1 0 0,-1 1 0,1-1 0,-1 1 0,2 2 0,0 0 0,-1 1 0,0-1 0,0 1 0,0 0 0,0 0 0,-1 0 0,0 0 0,1 5 0,0 14 0,0 0 0,-4 43 0,1-50 0,0-7 0,0 0 0,0-1 0,-1 1 0,0 0 0,0-1 0,-1 0 0,-1 1 0,0-1 0,0 0 0,0-1 0,-1 1 0,-1-1 0,1 0 0,-1 0 0,-1-1 0,1 1 0,-1-1 0,0-1 0,-1 0 0,0 0 0,0 0 0,0-1 0,-1 0 0,1 0 0,-1-1 0,0 0 0,-12 2 0,-21 6 0,-1-2 0,0-2 0,0-2 0,-75 2 0,103-8 0,-761 38 0,705-34 0,18 0 0,-106-6 0,158 1 0,0 1 0,0 0 0,0 0 0,0 0 0,0-1 0,0 1 0,0 0 0,0-1 0,0 1 0,0-1 0,0 1 0,1-1 0,-1 0 0,0 1 0,0-1 0,0 0 0,1 0 0,-1 1 0,0-1 0,1 0 0,-1 0 0,1 0 0,-1 0 0,1 0 0,-1-2 0,0 1 0,0-1 0,1 0 0,-1 0 0,1 0 0,0 0 0,0 0 0,0 0 0,1 0 0,0-4 0,0 1 0,1 0 0,0 0 0,0 0 0,0 0 0,0 0 0,1 1 0,0-1 0,7-9 0,5 2 0,1 0 0,0 0 0,26-14 0,-23 16 0,0-2 0,30-26 0,-29 15 0,-17 20 0,0-1 0,1 1 0,-1-1 0,1 1 0,0 0 0,0 1 0,1-1 0,-1 1 0,1-1 0,-1 1 0,10-4 0,-13 7 2,-1 0 0,1 0 0,-1 0 0,1 0 1,-1 0-1,1 0 0,-1 0 0,1 0 0,-1 0 0,1 0 0,-1 0 0,1 0 0,-1 0 0,1 0 0,-1 0 0,1 1 0,-1-1 0,1 0 0,-1 0 0,0 1 0,1-1 1,-1 0-1,1 1 0,-1-1 0,0 0 0,1 1 0,-1-1 0,0 0 0,1 1 0,-1-1 0,0 1 0,0-1 0,0 1 0,1-1 0,-1 1 0,0-1 0,0 0 0,0 1 1,0-1-1,0 1 0,0-1 0,0 1 0,0-1 0,0 1 0,0-1 0,0 1 0,0-1 0,0 1 0,0-1 0,0 1 0,0-1 0,-1 1 0,1-1 0,0 1 0,0-1 1,-1 1-1,1 0 0,-14 26-1487,4-16-5341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7:0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24575,'3'5'0,"0"0"0,-1 1 0,0-1 0,0 1 0,0 0 0,-1-1 0,0 1 0,0 0 0,-1 0 0,1 0 0,-1 0 0,-1 0 0,0 7 0,1 6 0,-46 692 0,44-689 0,-12 92 0,33-203-1365,-10 54-5461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7:07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1 343 24575,'1'-2'0,"0"1"0,1 0 0,-1 0 0,0 0 0,1 0 0,-1 0 0,1 1 0,0-1 0,-1 0 0,1 1 0,-1-1 0,1 1 0,0-1 0,0 1 0,3 0 0,0-2 0,648-122 0,-134 30 0,-325 47 0,57-11 0,-249 57-43,3 0-78,1 0 1,-1 0 0,0 0 0,0 1 0,0-1 0,1 1 0,-1 1-1,0-1 1,0 1 0,7 1 0,-1 5-6706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7:08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24575,'466'14'0,"529"-45"-397,-3-89-1,-929 108 398,-52 13 236,-25 6 177,-40 14-818,44-17-409,-14 5-6012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7:08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24575,'7'136'0,"6"0"0,43 189 0,-21-139 0,-34-185-49,-2 0 6,1 1 1,0-1-1,0 0 1,0 1-1,0-1 1,1 0 0,-1 0-1,0 1 1,1-1-1,-1 0 1,0 1-1,1-1 1,0 0-1,-1 0 1,1 0 0,0 0-1,-1 0 1,1 0-1,0 0 1,0 0-1,0 0 1,0 0-1,0 0 1,0 0 0,0 0-1,0-1 1,0 1-1,1-1 1,-1 1-1,2 0 1,7-4-6784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17:1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615 83 24575,'-1'206'0,"3"197"0,-1-369 0,2 0 0,12 61 0,-13-91 0,-1 1 0,1-1 0,0 0 0,1 0 0,-1-1 0,1 1 0,0 0 0,0-1 0,0 1 0,0-1 0,0 0 0,1 0 0,0-1 0,-1 1 0,1-1 0,0 1 0,7 2 0,9 3 0,0-1 0,32 8 0,-31-9 0,35 7 0,1-2 0,89 5 0,117-9 0,-187-7 0,52 2 0,0-6 0,-1-5 0,212-43 0,-278 41 0,-42 9 0,-1-1 0,0-1 0,21-8 0,-35 10 0,1 0 0,-1-1 0,0 0 0,0 0 0,0 0 0,0-1 0,0 1 0,-1-1 0,0 0 0,0 0 0,0 0 0,0 0 0,0 0 0,-1-1 0,4-9 0,1-6 0,0 0 0,5-29 0,-10 42 0,20-99 0,-4-2 0,6-215 0,-24 313 0,0 0 0,-1 0 0,0 0 0,0 0 0,-4-14 0,4 21 0,0 1 0,-1-1 0,1 0 0,-1 0 0,1 1 0,-1-1 0,0 1 0,1-1 0,-2 1 0,1 0 0,0 0 0,0-1 0,0 2 0,-1-1 0,0 0 0,1 0 0,-1 1 0,0 0 0,1-1 0,-1 1 0,0 0 0,-3-1 0,-59-10 0,0 2 0,-97-1 0,115 9 0,-1922-47 0,1904 50 0,308 0-1365,-202-1-5461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15:20:02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24575,'5'4'0,"1"-1"0,1 1 0,-1-1 0,0 0 0,1-1 0,-1 0 0,1 0 0,12 2 0,17 6 0,65 31 0,-3 4 0,160 100 0,164 146 0,-182-120 0,-184-131 0,-10-6 0,58 31 0,-91-61 0,0 1 0,1-1 0,-1-1 0,1-1 0,0 0 0,0 0 0,15-1 0,10 2 0,35 2-1365,-55-4-5461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7C8D-D228-1F80-D149-CE846F53E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78C4A-324C-BCD7-9E1A-5C03B613A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FD704-2903-C6CF-F40D-31C1FF402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8292C-191D-6CA5-7713-51D72E5E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CECE3-594F-3AC4-603C-02818AD5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755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B1760-918E-B476-1BC3-72C9F33B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166C9-7A59-4248-80F3-E3BDA549E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096E4-599D-4D88-66BA-0E2474A5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580FD-FD59-ADA3-44BB-275D4FF9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B48C0-351B-5905-69E3-5DA0B9D9E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335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AD6C4-34A9-14C9-FFD4-3C8F87A9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66339-4964-8A43-10F5-F2348719C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0C4E0-2D34-C7D6-F0A4-9CEA887E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5FF4F-2D85-D7E6-E16A-B4C08E02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A50C2-1FB5-CD97-C8E3-A3043CC8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814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B6AF-30D5-C134-2A98-BB5AF76DF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5C6E0-FE64-AAE6-15F7-C06FBCF74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565A3-7E65-7A02-2E3A-6D75C0F0C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5CB2A-4132-F265-6869-CE6BF4843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DD597-90F5-47C4-9F91-FFB69075B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846A4-7E0E-E155-5C0F-2E0B0A78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760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11D6-D5EB-8290-A059-2E19573C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09683-75C8-FC81-D413-98B8D8E08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92D36-DB68-8A78-F2B5-5EB53016E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DBD7DD-4FB8-C1BD-6467-6A51EB9EE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54A3E1-5D16-FC6C-2B2C-8AA32D38AD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B19CC-66DA-3346-EA0D-83EDC211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69B373-5CFD-539B-7783-60D16E28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7E884-0048-10BC-73C1-7E3F0A33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029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EAED-15F9-3D6D-C8A7-0E4C9DFB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582621-131F-A547-50AD-39A9ACB7D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BA5C5-A73D-0649-07AB-2D6148807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2E0AD-3D2E-B5C2-4D34-F22D02974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436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B88A48-E49F-4AF7-6D62-8D9145AF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8B648-CEB2-4CA3-45D7-D2AE70E9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37894-28BE-3214-5582-8A08298A3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48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5C9DE-7F70-4833-BC3D-6D470D54B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AC2A-B946-6F62-6610-E7BDCDA7B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97DC6-B7DC-1BC3-98BD-3E772D1D9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15730-4DBE-86A3-3D85-1BC0CADFF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B9146-584E-11A0-1AF3-063325C30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FDF73-41D8-FBC2-7916-2B241425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296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11D3-D573-7502-A594-D883F4DD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AAEA0-5B93-F41D-3765-A9DD87F5B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2F216-E10C-B51D-26C6-A5BF616E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98AE7-88D1-969D-6273-311A99345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93BBE-F071-9020-B783-ADA07D48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9159A-EC4F-CCB6-A5EF-D5FE4181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53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4437-21DF-972D-70F8-C20ACFFB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B67D8-B0AB-9938-42A0-A30B0DFCE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8102-07BA-BB36-414B-21AC043C6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C652D-9B4C-6290-D45B-523AFBE83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645BF-D314-CF92-BAC8-8600F4A7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0883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BA78EB-83AD-9E59-8604-206F6F644F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C7C07-78AC-FB8C-84B5-57903808A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37FB-1974-31AC-68C8-0B4502DCD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DF19-E87E-C1E3-5109-CBDAC6E25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98F32-5662-2B89-1900-EE25AE34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8486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9388E0-B558-75FC-3FCA-CAA1D854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D1441-9689-D478-81C1-1D219CE5F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BC63F-B067-54F5-8004-A2FA826A6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E4205-01CE-49EC-A237-952C850E0B58}" type="datetimeFigureOut">
              <a:rPr lang="LID4096" smtClean="0"/>
              <a:t>10/18/2023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61630-ABE1-2EC0-3550-6C9479BFF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6F39B-6675-FEFE-2EE9-CF71459F7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C82AE-5A7C-4485-BAAC-7A71423097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6859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customXml" Target="../ink/ink151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image" Target="../media/image159.png"/><Relationship Id="rId366" Type="http://schemas.openxmlformats.org/officeDocument/2006/relationships/image" Target="../media/image180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image" Target="../media/image132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customXml" Target="../ink/ink170.xml"/><Relationship Id="rId377" Type="http://schemas.openxmlformats.org/officeDocument/2006/relationships/customXml" Target="../ink/ink191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customXml" Target="../ink/ink119.xml"/><Relationship Id="rId279" Type="http://schemas.openxmlformats.org/officeDocument/2006/relationships/customXml" Target="../ink/ink141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image" Target="../media/image143.png"/><Relationship Id="rId304" Type="http://schemas.openxmlformats.org/officeDocument/2006/relationships/customXml" Target="../ink/ink154.xml"/><Relationship Id="rId346" Type="http://schemas.openxmlformats.org/officeDocument/2006/relationships/image" Target="../media/image170.png"/><Relationship Id="rId388" Type="http://schemas.openxmlformats.org/officeDocument/2006/relationships/image" Target="../media/image191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image" Target="../media/image123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60.xml"/><Relationship Id="rId357" Type="http://schemas.openxmlformats.org/officeDocument/2006/relationships/customXml" Target="../ink/ink181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259" Type="http://schemas.openxmlformats.org/officeDocument/2006/relationships/image" Target="../media/image128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image" Target="../media/image133.png"/><Relationship Id="rId326" Type="http://schemas.openxmlformats.org/officeDocument/2006/relationships/image" Target="../media/image160.png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image" Target="../media/image181.png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customXml" Target="../ink/ink142.xml"/><Relationship Id="rId337" Type="http://schemas.openxmlformats.org/officeDocument/2006/relationships/customXml" Target="../ink/ink171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customXml" Target="../ink/ink192.xml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customXml" Target="../ink/ink120.xml"/><Relationship Id="rId390" Type="http://schemas.openxmlformats.org/officeDocument/2006/relationships/image" Target="../media/image192.png"/><Relationship Id="rId250" Type="http://schemas.openxmlformats.org/officeDocument/2006/relationships/image" Target="../media/image124.png"/><Relationship Id="rId292" Type="http://schemas.openxmlformats.org/officeDocument/2006/relationships/image" Target="../media/image144.png"/><Relationship Id="rId306" Type="http://schemas.openxmlformats.org/officeDocument/2006/relationships/customXml" Target="../ink/ink155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image" Target="../media/image171.png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61" Type="http://schemas.openxmlformats.org/officeDocument/2006/relationships/image" Target="../media/image129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61.xml"/><Relationship Id="rId359" Type="http://schemas.openxmlformats.org/officeDocument/2006/relationships/customXml" Target="../ink/ink182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image" Target="../media/image182.png"/><Relationship Id="rId230" Type="http://schemas.openxmlformats.org/officeDocument/2006/relationships/image" Target="../media/image114.png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image" Target="../media/image134.png"/><Relationship Id="rId328" Type="http://schemas.openxmlformats.org/officeDocument/2006/relationships/image" Target="../media/image161.png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customXml" Target="../ink/ink193.xml"/><Relationship Id="rId241" Type="http://schemas.openxmlformats.org/officeDocument/2006/relationships/customXml" Target="../ink/ink121.xml"/><Relationship Id="rId36" Type="http://schemas.openxmlformats.org/officeDocument/2006/relationships/customXml" Target="../ink/ink18.xml"/><Relationship Id="rId283" Type="http://schemas.openxmlformats.org/officeDocument/2006/relationships/customXml" Target="../ink/ink143.xml"/><Relationship Id="rId339" Type="http://schemas.openxmlformats.org/officeDocument/2006/relationships/customXml" Target="../ink/ink172.xml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image" Target="../media/image17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52" Type="http://schemas.openxmlformats.org/officeDocument/2006/relationships/image" Target="../media/image125.png"/><Relationship Id="rId294" Type="http://schemas.openxmlformats.org/officeDocument/2006/relationships/image" Target="../media/image145.png"/><Relationship Id="rId308" Type="http://schemas.openxmlformats.org/officeDocument/2006/relationships/customXml" Target="../ink/ink156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customXml" Target="../ink/ink183.xml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382" Type="http://schemas.openxmlformats.org/officeDocument/2006/relationships/image" Target="../media/image188.png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image" Target="../media/image120.png"/><Relationship Id="rId263" Type="http://schemas.openxmlformats.org/officeDocument/2006/relationships/image" Target="../media/image130.png"/><Relationship Id="rId284" Type="http://schemas.openxmlformats.org/officeDocument/2006/relationships/image" Target="../media/image140.png"/><Relationship Id="rId319" Type="http://schemas.openxmlformats.org/officeDocument/2006/relationships/customXml" Target="../ink/ink162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330" Type="http://schemas.openxmlformats.org/officeDocument/2006/relationships/image" Target="../media/image162.png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351" Type="http://schemas.openxmlformats.org/officeDocument/2006/relationships/customXml" Target="../ink/ink178.xml"/><Relationship Id="rId372" Type="http://schemas.openxmlformats.org/officeDocument/2006/relationships/image" Target="../media/image183.png"/><Relationship Id="rId211" Type="http://schemas.openxmlformats.org/officeDocument/2006/relationships/image" Target="../media/image105.png"/><Relationship Id="rId232" Type="http://schemas.openxmlformats.org/officeDocument/2006/relationships/image" Target="../media/image115.png"/><Relationship Id="rId253" Type="http://schemas.openxmlformats.org/officeDocument/2006/relationships/customXml" Target="../ink/ink127.xml"/><Relationship Id="rId274" Type="http://schemas.openxmlformats.org/officeDocument/2006/relationships/image" Target="../media/image135.png"/><Relationship Id="rId295" Type="http://schemas.openxmlformats.org/officeDocument/2006/relationships/customXml" Target="../ink/ink149.xml"/><Relationship Id="rId309" Type="http://schemas.openxmlformats.org/officeDocument/2006/relationships/image" Target="../media/image15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320" Type="http://schemas.openxmlformats.org/officeDocument/2006/relationships/image" Target="../media/image157.png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341" Type="http://schemas.openxmlformats.org/officeDocument/2006/relationships/customXml" Target="../ink/ink173.xml"/><Relationship Id="rId362" Type="http://schemas.openxmlformats.org/officeDocument/2006/relationships/image" Target="../media/image178.png"/><Relationship Id="rId383" Type="http://schemas.openxmlformats.org/officeDocument/2006/relationships/customXml" Target="../ink/ink194.xml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customXml" Target="../ink/ink122.xml"/><Relationship Id="rId264" Type="http://schemas.openxmlformats.org/officeDocument/2006/relationships/customXml" Target="../ink/ink133.xml"/><Relationship Id="rId285" Type="http://schemas.openxmlformats.org/officeDocument/2006/relationships/customXml" Target="../ink/ink144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310" Type="http://schemas.openxmlformats.org/officeDocument/2006/relationships/customXml" Target="../ink/ink157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331" Type="http://schemas.openxmlformats.org/officeDocument/2006/relationships/customXml" Target="../ink/ink168.xml"/><Relationship Id="rId352" Type="http://schemas.openxmlformats.org/officeDocument/2006/relationships/image" Target="../media/image173.png"/><Relationship Id="rId373" Type="http://schemas.openxmlformats.org/officeDocument/2006/relationships/customXml" Target="../ink/ink189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06.xml"/><Relationship Id="rId233" Type="http://schemas.openxmlformats.org/officeDocument/2006/relationships/customXml" Target="../ink/ink117.xml"/><Relationship Id="rId254" Type="http://schemas.openxmlformats.org/officeDocument/2006/relationships/image" Target="../media/image126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customXml" Target="../ink/ink139.xml"/><Relationship Id="rId296" Type="http://schemas.openxmlformats.org/officeDocument/2006/relationships/image" Target="../media/image146.png"/><Relationship Id="rId300" Type="http://schemas.openxmlformats.org/officeDocument/2006/relationships/image" Target="../media/image148.png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321" Type="http://schemas.openxmlformats.org/officeDocument/2006/relationships/customXml" Target="../ink/ink163.xml"/><Relationship Id="rId342" Type="http://schemas.openxmlformats.org/officeDocument/2006/relationships/image" Target="../media/image168.png"/><Relationship Id="rId363" Type="http://schemas.openxmlformats.org/officeDocument/2006/relationships/customXml" Target="../ink/ink184.xml"/><Relationship Id="rId384" Type="http://schemas.openxmlformats.org/officeDocument/2006/relationships/image" Target="../media/image189.png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image" Target="../media/image121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4.xml"/><Relationship Id="rId286" Type="http://schemas.openxmlformats.org/officeDocument/2006/relationships/image" Target="../media/image141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311" Type="http://schemas.openxmlformats.org/officeDocument/2006/relationships/customXml" Target="../ink/ink158.xml"/><Relationship Id="rId332" Type="http://schemas.openxmlformats.org/officeDocument/2006/relationships/image" Target="../media/image163.png"/><Relationship Id="rId353" Type="http://schemas.openxmlformats.org/officeDocument/2006/relationships/customXml" Target="../ink/ink179.xml"/><Relationship Id="rId374" Type="http://schemas.openxmlformats.org/officeDocument/2006/relationships/image" Target="../media/image184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image" Target="../media/image11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customXml" Target="../ink/ink128.xml"/><Relationship Id="rId276" Type="http://schemas.openxmlformats.org/officeDocument/2006/relationships/image" Target="../media/image136.png"/><Relationship Id="rId297" Type="http://schemas.openxmlformats.org/officeDocument/2006/relationships/customXml" Target="../ink/ink150.xml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301" Type="http://schemas.openxmlformats.org/officeDocument/2006/relationships/customXml" Target="../ink/ink152.xml"/><Relationship Id="rId322" Type="http://schemas.openxmlformats.org/officeDocument/2006/relationships/image" Target="../media/image158.png"/><Relationship Id="rId343" Type="http://schemas.openxmlformats.org/officeDocument/2006/relationships/customXml" Target="../ink/ink174.xml"/><Relationship Id="rId364" Type="http://schemas.openxmlformats.org/officeDocument/2006/relationships/image" Target="../media/image179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385" Type="http://schemas.openxmlformats.org/officeDocument/2006/relationships/customXml" Target="../ink/ink195.xml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customXml" Target="../ink/ink123.xml"/><Relationship Id="rId266" Type="http://schemas.openxmlformats.org/officeDocument/2006/relationships/image" Target="../media/image131.png"/><Relationship Id="rId287" Type="http://schemas.openxmlformats.org/officeDocument/2006/relationships/customXml" Target="../ink/ink145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image" Target="../media/image153.png"/><Relationship Id="rId333" Type="http://schemas.openxmlformats.org/officeDocument/2006/relationships/customXml" Target="../ink/ink169.xml"/><Relationship Id="rId354" Type="http://schemas.openxmlformats.org/officeDocument/2006/relationships/image" Target="../media/image174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75" Type="http://schemas.openxmlformats.org/officeDocument/2006/relationships/customXml" Target="../ink/ink190.xml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customXml" Target="../ink/ink118.xml"/><Relationship Id="rId256" Type="http://schemas.openxmlformats.org/officeDocument/2006/relationships/customXml" Target="../ink/ink129.xml"/><Relationship Id="rId277" Type="http://schemas.openxmlformats.org/officeDocument/2006/relationships/customXml" Target="../ink/ink140.xml"/><Relationship Id="rId298" Type="http://schemas.openxmlformats.org/officeDocument/2006/relationships/image" Target="../media/image147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image" Target="../media/image149.png"/><Relationship Id="rId323" Type="http://schemas.openxmlformats.org/officeDocument/2006/relationships/customXml" Target="../ink/ink164.xml"/><Relationship Id="rId344" Type="http://schemas.openxmlformats.org/officeDocument/2006/relationships/image" Target="../media/image169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65" Type="http://schemas.openxmlformats.org/officeDocument/2006/relationships/customXml" Target="../ink/ink185.xml"/><Relationship Id="rId386" Type="http://schemas.openxmlformats.org/officeDocument/2006/relationships/image" Target="../media/image19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image" Target="../media/image122.png"/><Relationship Id="rId267" Type="http://schemas.openxmlformats.org/officeDocument/2006/relationships/customXml" Target="../ink/ink135.xml"/><Relationship Id="rId288" Type="http://schemas.openxmlformats.org/officeDocument/2006/relationships/image" Target="../media/image142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customXml" Target="../ink/ink159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334" Type="http://schemas.openxmlformats.org/officeDocument/2006/relationships/image" Target="../media/image164.png"/><Relationship Id="rId355" Type="http://schemas.openxmlformats.org/officeDocument/2006/relationships/customXml" Target="../ink/ink180.xml"/><Relationship Id="rId376" Type="http://schemas.openxmlformats.org/officeDocument/2006/relationships/image" Target="../media/image185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image" Target="../media/image117.png"/><Relationship Id="rId257" Type="http://schemas.openxmlformats.org/officeDocument/2006/relationships/image" Target="../media/image127.png"/><Relationship Id="rId278" Type="http://schemas.openxmlformats.org/officeDocument/2006/relationships/image" Target="../media/image137.png"/><Relationship Id="rId303" Type="http://schemas.openxmlformats.org/officeDocument/2006/relationships/customXml" Target="../ink/ink153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75.xml"/><Relationship Id="rId387" Type="http://schemas.openxmlformats.org/officeDocument/2006/relationships/customXml" Target="../ink/ink196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customXml" Target="../ink/ink124.xml"/><Relationship Id="rId107" Type="http://schemas.openxmlformats.org/officeDocument/2006/relationships/image" Target="../media/image53.png"/><Relationship Id="rId289" Type="http://schemas.openxmlformats.org/officeDocument/2006/relationships/customXml" Target="../ink/ink146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54.png"/><Relationship Id="rId356" Type="http://schemas.openxmlformats.org/officeDocument/2006/relationships/image" Target="../media/image175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30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65.xml"/><Relationship Id="rId367" Type="http://schemas.openxmlformats.org/officeDocument/2006/relationships/customXml" Target="../ink/ink186.xml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customXml" Target="../ink/ink136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image" Target="../media/image138.png"/><Relationship Id="rId336" Type="http://schemas.openxmlformats.org/officeDocument/2006/relationships/image" Target="../media/image165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image" Target="../media/image186.png"/><Relationship Id="rId6" Type="http://schemas.openxmlformats.org/officeDocument/2006/relationships/customXml" Target="../ink/ink3.xml"/><Relationship Id="rId238" Type="http://schemas.openxmlformats.org/officeDocument/2006/relationships/image" Target="../media/image118.png"/><Relationship Id="rId291" Type="http://schemas.openxmlformats.org/officeDocument/2006/relationships/customXml" Target="../ink/ink147.xml"/><Relationship Id="rId305" Type="http://schemas.openxmlformats.org/officeDocument/2006/relationships/image" Target="../media/image150.png"/><Relationship Id="rId347" Type="http://schemas.openxmlformats.org/officeDocument/2006/relationships/customXml" Target="../ink/ink176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customXml" Target="../ink/ink197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customXml" Target="../ink/ink125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1.xml"/><Relationship Id="rId316" Type="http://schemas.openxmlformats.org/officeDocument/2006/relationships/image" Target="../media/image155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image" Target="../media/image176.png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271" Type="http://schemas.openxmlformats.org/officeDocument/2006/relationships/customXml" Target="../ink/ink137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customXml" Target="../ink/ink166.xml"/><Relationship Id="rId369" Type="http://schemas.openxmlformats.org/officeDocument/2006/relationships/customXml" Target="../ink/ink187.xml"/><Relationship Id="rId173" Type="http://schemas.openxmlformats.org/officeDocument/2006/relationships/image" Target="../media/image86.png"/><Relationship Id="rId229" Type="http://schemas.openxmlformats.org/officeDocument/2006/relationships/customXml" Target="../ink/ink115.xml"/><Relationship Id="rId380" Type="http://schemas.openxmlformats.org/officeDocument/2006/relationships/image" Target="../media/image187.png"/><Relationship Id="rId240" Type="http://schemas.openxmlformats.org/officeDocument/2006/relationships/image" Target="../media/image119.png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39.png"/><Relationship Id="rId338" Type="http://schemas.openxmlformats.org/officeDocument/2006/relationships/image" Target="../media/image166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251" Type="http://schemas.openxmlformats.org/officeDocument/2006/relationships/customXml" Target="../ink/ink126.xml"/><Relationship Id="rId46" Type="http://schemas.openxmlformats.org/officeDocument/2006/relationships/customXml" Target="../ink/ink23.xml"/><Relationship Id="rId293" Type="http://schemas.openxmlformats.org/officeDocument/2006/relationships/customXml" Target="../ink/ink148.xml"/><Relationship Id="rId307" Type="http://schemas.openxmlformats.org/officeDocument/2006/relationships/image" Target="../media/image151.png"/><Relationship Id="rId349" Type="http://schemas.openxmlformats.org/officeDocument/2006/relationships/customXml" Target="../ink/ink177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image" Target="../media/image177.png"/><Relationship Id="rId220" Type="http://schemas.openxmlformats.org/officeDocument/2006/relationships/customXml" Target="../ink/ink110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2.xml"/><Relationship Id="rId318" Type="http://schemas.openxmlformats.org/officeDocument/2006/relationships/image" Target="../media/image156.png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customXml" Target="../ink/ink188.xml"/><Relationship Id="rId26" Type="http://schemas.openxmlformats.org/officeDocument/2006/relationships/customXml" Target="../ink/ink13.xml"/><Relationship Id="rId231" Type="http://schemas.openxmlformats.org/officeDocument/2006/relationships/customXml" Target="../ink/ink116.xml"/><Relationship Id="rId273" Type="http://schemas.openxmlformats.org/officeDocument/2006/relationships/customXml" Target="../ink/ink138.xml"/><Relationship Id="rId329" Type="http://schemas.openxmlformats.org/officeDocument/2006/relationships/customXml" Target="../ink/ink167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image" Target="../media/image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548C5C-C407-6873-B7BC-91C2247EF9E1}"/>
              </a:ext>
            </a:extLst>
          </p:cNvPr>
          <p:cNvSpPr/>
          <p:nvPr/>
        </p:nvSpPr>
        <p:spPr>
          <a:xfrm>
            <a:off x="3369181" y="2308393"/>
            <a:ext cx="806004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oobm</a:t>
            </a:r>
            <a:endParaRPr lang="LID4096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E02CC8-E866-546F-07FF-6C3C5FF50682}"/>
              </a:ext>
            </a:extLst>
          </p:cNvPr>
          <p:cNvSpPr/>
          <p:nvPr/>
        </p:nvSpPr>
        <p:spPr>
          <a:xfrm>
            <a:off x="2691442" y="457200"/>
            <a:ext cx="2182483" cy="55209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INTERNET</a:t>
            </a:r>
            <a:endParaRPr lang="LID4096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D3966F-BCF7-5A0F-6FA9-8A258FFFB4DC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3772183" y="1009291"/>
            <a:ext cx="10501" cy="1299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36AA47-B267-B857-99A8-B93DB84859C1}"/>
              </a:ext>
            </a:extLst>
          </p:cNvPr>
          <p:cNvCxnSpPr/>
          <p:nvPr/>
        </p:nvCxnSpPr>
        <p:spPr>
          <a:xfrm>
            <a:off x="2078966" y="3571336"/>
            <a:ext cx="61678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1E7D95-3E63-A471-6328-5FFABCAD091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772183" y="2770211"/>
            <a:ext cx="0" cy="801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5E3BD51-1F14-D3BC-55E9-08209896EEC0}"/>
              </a:ext>
            </a:extLst>
          </p:cNvPr>
          <p:cNvSpPr/>
          <p:nvPr/>
        </p:nvSpPr>
        <p:spPr>
          <a:xfrm>
            <a:off x="2288440" y="4030800"/>
            <a:ext cx="806004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sw1</a:t>
            </a:r>
            <a:endParaRPr lang="LID4096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99529B-EA33-819E-4E3D-932A89094CD2}"/>
              </a:ext>
            </a:extLst>
          </p:cNvPr>
          <p:cNvSpPr/>
          <p:nvPr/>
        </p:nvSpPr>
        <p:spPr>
          <a:xfrm>
            <a:off x="3379681" y="4067569"/>
            <a:ext cx="806004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sw2</a:t>
            </a:r>
            <a:endParaRPr lang="LID4096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9ED6D-1674-DE14-7727-2EDFC00C8AAB}"/>
              </a:ext>
            </a:extLst>
          </p:cNvPr>
          <p:cNvSpPr/>
          <p:nvPr/>
        </p:nvSpPr>
        <p:spPr>
          <a:xfrm>
            <a:off x="4554310" y="4030800"/>
            <a:ext cx="1018353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ubuntu1</a:t>
            </a:r>
            <a:endParaRPr lang="LID4096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A2618E-FD7D-AC44-3FCA-6AA38433F902}"/>
              </a:ext>
            </a:extLst>
          </p:cNvPr>
          <p:cNvCxnSpPr>
            <a:cxnSpLocks/>
          </p:cNvCxnSpPr>
          <p:nvPr/>
        </p:nvCxnSpPr>
        <p:spPr>
          <a:xfrm>
            <a:off x="2682380" y="3571336"/>
            <a:ext cx="0" cy="4594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12EE90-A344-2FE4-6230-2DF91C9EB252}"/>
              </a:ext>
            </a:extLst>
          </p:cNvPr>
          <p:cNvCxnSpPr>
            <a:cxnSpLocks/>
          </p:cNvCxnSpPr>
          <p:nvPr/>
        </p:nvCxnSpPr>
        <p:spPr>
          <a:xfrm>
            <a:off x="3654290" y="3571336"/>
            <a:ext cx="0" cy="4594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2FFBDC-19C2-4005-1870-66A895985BA0}"/>
              </a:ext>
            </a:extLst>
          </p:cNvPr>
          <p:cNvCxnSpPr>
            <a:cxnSpLocks/>
          </p:cNvCxnSpPr>
          <p:nvPr/>
        </p:nvCxnSpPr>
        <p:spPr>
          <a:xfrm>
            <a:off x="5023014" y="3571336"/>
            <a:ext cx="0" cy="4594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6305B94-5EB2-4C72-FACD-74D31601A63A}"/>
              </a:ext>
            </a:extLst>
          </p:cNvPr>
          <p:cNvSpPr/>
          <p:nvPr/>
        </p:nvSpPr>
        <p:spPr>
          <a:xfrm>
            <a:off x="4872486" y="2308393"/>
            <a:ext cx="806004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BCM</a:t>
            </a:r>
            <a:endParaRPr lang="LID4096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1E6E97-5383-A8D1-DC45-AEF924BF380F}"/>
              </a:ext>
            </a:extLst>
          </p:cNvPr>
          <p:cNvCxnSpPr>
            <a:cxnSpLocks/>
          </p:cNvCxnSpPr>
          <p:nvPr/>
        </p:nvCxnSpPr>
        <p:spPr>
          <a:xfrm>
            <a:off x="5275488" y="2770211"/>
            <a:ext cx="0" cy="801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1C545C-5172-6799-F4CD-E857BF31B495}"/>
              </a:ext>
            </a:extLst>
          </p:cNvPr>
          <p:cNvCxnSpPr>
            <a:cxnSpLocks/>
            <a:stCxn id="24" idx="1"/>
            <a:endCxn id="4" idx="3"/>
          </p:cNvCxnSpPr>
          <p:nvPr/>
        </p:nvCxnSpPr>
        <p:spPr>
          <a:xfrm flipH="1">
            <a:off x="4175185" y="2539302"/>
            <a:ext cx="6973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53BC04C-5330-7376-3718-EE9BC060EB4D}"/>
                  </a:ext>
                </a:extLst>
              </p14:cNvPr>
              <p14:cNvContentPartPr/>
              <p14:nvPr/>
            </p14:nvContentPartPr>
            <p14:xfrm>
              <a:off x="3027865" y="1440217"/>
              <a:ext cx="36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53BC04C-5330-7376-3718-EE9BC060EB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09865" y="1332577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A1187446-E3D5-16EB-B5DF-53F5F4E02CDB}"/>
              </a:ext>
            </a:extLst>
          </p:cNvPr>
          <p:cNvSpPr/>
          <p:nvPr/>
        </p:nvSpPr>
        <p:spPr>
          <a:xfrm>
            <a:off x="2483972" y="5054468"/>
            <a:ext cx="806004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sw1</a:t>
            </a:r>
            <a:endParaRPr lang="LID4096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E42906-957E-AA28-22FF-59802DD41458}"/>
              </a:ext>
            </a:extLst>
          </p:cNvPr>
          <p:cNvSpPr/>
          <p:nvPr/>
        </p:nvSpPr>
        <p:spPr>
          <a:xfrm>
            <a:off x="3709360" y="5054468"/>
            <a:ext cx="806004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sw1</a:t>
            </a:r>
            <a:endParaRPr lang="LID4096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FC3A21-68EE-D51F-EDDB-C715DFA694CF}"/>
              </a:ext>
            </a:extLst>
          </p:cNvPr>
          <p:cNvSpPr/>
          <p:nvPr/>
        </p:nvSpPr>
        <p:spPr>
          <a:xfrm>
            <a:off x="1677968" y="5993037"/>
            <a:ext cx="806004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sw1</a:t>
            </a:r>
            <a:endParaRPr lang="LID4096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4B8A51-BD01-A37A-BEA3-6E2CF5FBED63}"/>
              </a:ext>
            </a:extLst>
          </p:cNvPr>
          <p:cNvSpPr/>
          <p:nvPr/>
        </p:nvSpPr>
        <p:spPr>
          <a:xfrm>
            <a:off x="2886974" y="5939018"/>
            <a:ext cx="806004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sw1</a:t>
            </a:r>
            <a:endParaRPr lang="LID4096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23DF35-1595-860B-A7DD-501B26A5E119}"/>
              </a:ext>
            </a:extLst>
          </p:cNvPr>
          <p:cNvSpPr/>
          <p:nvPr/>
        </p:nvSpPr>
        <p:spPr>
          <a:xfrm>
            <a:off x="4066482" y="5939054"/>
            <a:ext cx="806004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sw1</a:t>
            </a:r>
            <a:endParaRPr lang="LID4096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CC8784-962A-529C-14C6-847EEEA0A996}"/>
              </a:ext>
            </a:extLst>
          </p:cNvPr>
          <p:cNvSpPr/>
          <p:nvPr/>
        </p:nvSpPr>
        <p:spPr>
          <a:xfrm>
            <a:off x="5483526" y="5939018"/>
            <a:ext cx="806004" cy="461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sw1</a:t>
            </a:r>
            <a:endParaRPr lang="LID4096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02BD266-FDE6-A987-5839-2D72805A2A03}"/>
                  </a:ext>
                </a:extLst>
              </p14:cNvPr>
              <p14:cNvContentPartPr/>
              <p14:nvPr/>
            </p14:nvContentPartPr>
            <p14:xfrm>
              <a:off x="2078905" y="5536297"/>
              <a:ext cx="763560" cy="4334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02BD266-FDE6-A987-5839-2D72805A2A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60905" y="5428297"/>
                <a:ext cx="799200" cy="64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B2A9D07-F1BE-FA98-E1B3-7FC9FEBBE3EC}"/>
                  </a:ext>
                </a:extLst>
              </p14:cNvPr>
              <p14:cNvContentPartPr/>
              <p14:nvPr/>
            </p14:nvContentPartPr>
            <p14:xfrm>
              <a:off x="2636905" y="4012737"/>
              <a:ext cx="73080" cy="594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B2A9D07-F1BE-FA98-E1B3-7FC9FEBBE3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28265" y="4004097"/>
                <a:ext cx="907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5939677D-F61D-3B23-246D-719964B404E8}"/>
                  </a:ext>
                </a:extLst>
              </p14:cNvPr>
              <p14:cNvContentPartPr/>
              <p14:nvPr/>
            </p14:nvContentPartPr>
            <p14:xfrm>
              <a:off x="292945" y="4312617"/>
              <a:ext cx="11661120" cy="4665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5939677D-F61D-3B23-246D-719964B404E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4305" y="4303977"/>
                <a:ext cx="1167876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B92D88C-8478-A1FA-1F21-6246D443C19B}"/>
                  </a:ext>
                </a:extLst>
              </p14:cNvPr>
              <p14:cNvContentPartPr/>
              <p14:nvPr/>
            </p14:nvContentPartPr>
            <p14:xfrm>
              <a:off x="3502345" y="6736137"/>
              <a:ext cx="419400" cy="856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B92D88C-8478-A1FA-1F21-6246D443C1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93345" y="6727137"/>
                <a:ext cx="437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203ACF5-5DD8-C97B-8A15-AD34AE2BF37F}"/>
                  </a:ext>
                </a:extLst>
              </p14:cNvPr>
              <p14:cNvContentPartPr/>
              <p14:nvPr/>
            </p14:nvContentPartPr>
            <p14:xfrm>
              <a:off x="3493705" y="6727857"/>
              <a:ext cx="552960" cy="1213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203ACF5-5DD8-C97B-8A15-AD34AE2BF37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85065" y="6719217"/>
                <a:ext cx="57060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5BC8A7C-92A0-1D2D-E961-97A77C8CEF72}"/>
              </a:ext>
            </a:extLst>
          </p:cNvPr>
          <p:cNvGrpSpPr/>
          <p:nvPr/>
        </p:nvGrpSpPr>
        <p:grpSpPr>
          <a:xfrm>
            <a:off x="523345" y="4838977"/>
            <a:ext cx="8484840" cy="2177960"/>
            <a:chOff x="523345" y="4838977"/>
            <a:chExt cx="8484840" cy="217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1386676-A63F-5051-6EFE-229E56F2863D}"/>
                    </a:ext>
                  </a:extLst>
                </p14:cNvPr>
                <p14:cNvContentPartPr/>
                <p14:nvPr/>
              </p14:nvContentPartPr>
              <p14:xfrm>
                <a:off x="2078545" y="5504257"/>
                <a:ext cx="837720" cy="491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1386676-A63F-5051-6EFE-229E56F286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69905" y="5495617"/>
                  <a:ext cx="85536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5D681F5-8337-438E-84E6-6996D85B7D63}"/>
                    </a:ext>
                  </a:extLst>
                </p14:cNvPr>
                <p14:cNvContentPartPr/>
                <p14:nvPr/>
              </p14:nvContentPartPr>
              <p14:xfrm>
                <a:off x="2070265" y="5510377"/>
                <a:ext cx="1767960" cy="502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5D681F5-8337-438E-84E6-6996D85B7D6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61625" y="5501377"/>
                  <a:ext cx="178560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4B8CB3A-4261-83D6-E7A3-B1F198458CCC}"/>
                    </a:ext>
                  </a:extLst>
                </p14:cNvPr>
                <p14:cNvContentPartPr/>
                <p14:nvPr/>
              </p14:nvContentPartPr>
              <p14:xfrm>
                <a:off x="2977105" y="5512177"/>
                <a:ext cx="318600" cy="414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4B8CB3A-4261-83D6-E7A3-B1F198458CC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68105" y="5503537"/>
                  <a:ext cx="33624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3AC69DF-432B-375B-A0D4-2276F7E4871F}"/>
                    </a:ext>
                  </a:extLst>
                </p14:cNvPr>
                <p14:cNvContentPartPr/>
                <p14:nvPr/>
              </p14:nvContentPartPr>
              <p14:xfrm>
                <a:off x="3311905" y="5520817"/>
                <a:ext cx="518400" cy="415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3AC69DF-432B-375B-A0D4-2276F7E487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03265" y="5511817"/>
                  <a:ext cx="5360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DC297B8-688A-DA65-46A4-A93732409F6B}"/>
                    </a:ext>
                  </a:extLst>
                </p14:cNvPr>
                <p14:cNvContentPartPr/>
                <p14:nvPr/>
              </p14:nvContentPartPr>
              <p14:xfrm>
                <a:off x="2976025" y="5564017"/>
                <a:ext cx="1496520" cy="393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DC297B8-688A-DA65-46A4-A93732409F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67025" y="5555017"/>
                  <a:ext cx="15141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AD13CC-6D99-1787-4BE4-92D5D587722D}"/>
                    </a:ext>
                  </a:extLst>
                </p14:cNvPr>
                <p14:cNvContentPartPr/>
                <p14:nvPr/>
              </p14:nvContentPartPr>
              <p14:xfrm>
                <a:off x="3829945" y="5529457"/>
                <a:ext cx="560160" cy="414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AD13CC-6D99-1787-4BE4-92D5D58772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20945" y="5520457"/>
                  <a:ext cx="5778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409798-1F00-676D-25D3-EC0D9433B563}"/>
                    </a:ext>
                  </a:extLst>
                </p14:cNvPr>
                <p14:cNvContentPartPr/>
                <p14:nvPr/>
              </p14:nvContentPartPr>
              <p14:xfrm>
                <a:off x="3027865" y="5512177"/>
                <a:ext cx="2572920" cy="455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409798-1F00-676D-25D3-EC0D9433B56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18865" y="5503177"/>
                  <a:ext cx="25905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3639AA-6A38-789E-2706-4A3DA6045E2A}"/>
                    </a:ext>
                  </a:extLst>
                </p14:cNvPr>
                <p14:cNvContentPartPr/>
                <p14:nvPr/>
              </p14:nvContentPartPr>
              <p14:xfrm>
                <a:off x="3872785" y="5512177"/>
                <a:ext cx="1751760" cy="422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3639AA-6A38-789E-2706-4A3DA6045E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64145" y="5503177"/>
                  <a:ext cx="176940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DA85862-DE6B-D80E-E424-91C00C579045}"/>
                    </a:ext>
                  </a:extLst>
                </p14:cNvPr>
                <p14:cNvContentPartPr/>
                <p14:nvPr/>
              </p14:nvContentPartPr>
              <p14:xfrm>
                <a:off x="523345" y="5063977"/>
                <a:ext cx="284040" cy="354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DA85862-DE6B-D80E-E424-91C00C57904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4345" y="5055337"/>
                  <a:ext cx="3016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166260A-9C53-BAF3-AE0D-4ECCAE5FA44C}"/>
                    </a:ext>
                  </a:extLst>
                </p14:cNvPr>
                <p14:cNvContentPartPr/>
                <p14:nvPr/>
              </p14:nvContentPartPr>
              <p14:xfrm>
                <a:off x="853825" y="5106457"/>
                <a:ext cx="318960" cy="330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166260A-9C53-BAF3-AE0D-4ECCAE5FA44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4825" y="5097817"/>
                  <a:ext cx="3366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C6EC69-ECD6-0453-4F8C-9674A7311B9F}"/>
                    </a:ext>
                  </a:extLst>
                </p14:cNvPr>
                <p14:cNvContentPartPr/>
                <p14:nvPr/>
              </p14:nvContentPartPr>
              <p14:xfrm>
                <a:off x="1208425" y="5043457"/>
                <a:ext cx="329400" cy="402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C6EC69-ECD6-0453-4F8C-9674A7311B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99425" y="5034817"/>
                  <a:ext cx="3470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D46B9F-0007-D0C3-786A-52433A49E377}"/>
                    </a:ext>
                  </a:extLst>
                </p14:cNvPr>
                <p14:cNvContentPartPr/>
                <p14:nvPr/>
              </p14:nvContentPartPr>
              <p14:xfrm>
                <a:off x="1474825" y="5080897"/>
                <a:ext cx="316800" cy="381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D46B9F-0007-D0C3-786A-52433A49E3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65825" y="5071897"/>
                  <a:ext cx="3344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363767A-4855-3419-A4F6-16C0AFC5ACC3}"/>
                    </a:ext>
                  </a:extLst>
                </p14:cNvPr>
                <p14:cNvContentPartPr/>
                <p14:nvPr/>
              </p14:nvContentPartPr>
              <p14:xfrm>
                <a:off x="4761625" y="5313457"/>
                <a:ext cx="780480" cy="36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363767A-4855-3419-A4F6-16C0AFC5AC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52985" y="5304817"/>
                  <a:ext cx="7981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315A8CC-E950-21EA-7A96-FE4D04AEEBAE}"/>
                    </a:ext>
                  </a:extLst>
                </p14:cNvPr>
                <p14:cNvContentPartPr/>
                <p14:nvPr/>
              </p14:nvContentPartPr>
              <p14:xfrm>
                <a:off x="4778905" y="5272417"/>
                <a:ext cx="130320" cy="41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315A8CC-E950-21EA-7A96-FE4D04AEEBA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0265" y="5263417"/>
                  <a:ext cx="147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55669E7-6BBB-BB0E-7ECD-7F144A7D1C1F}"/>
                    </a:ext>
                  </a:extLst>
                </p14:cNvPr>
                <p14:cNvContentPartPr/>
                <p14:nvPr/>
              </p14:nvContentPartPr>
              <p14:xfrm>
                <a:off x="4727065" y="5339737"/>
                <a:ext cx="134280" cy="54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55669E7-6BBB-BB0E-7ECD-7F144A7D1C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18425" y="5330737"/>
                  <a:ext cx="151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4FBF05-E60D-F0C0-32FE-46EF93E03850}"/>
                    </a:ext>
                  </a:extLst>
                </p14:cNvPr>
                <p14:cNvContentPartPr/>
                <p14:nvPr/>
              </p14:nvContentPartPr>
              <p14:xfrm>
                <a:off x="5600065" y="5159017"/>
                <a:ext cx="317520" cy="33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4FBF05-E60D-F0C0-32FE-46EF93E0385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91425" y="5150017"/>
                  <a:ext cx="3351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CBE141-92A5-3EF3-2F0D-EE27B6E66544}"/>
                    </a:ext>
                  </a:extLst>
                </p14:cNvPr>
                <p14:cNvContentPartPr/>
                <p14:nvPr/>
              </p14:nvContentPartPr>
              <p14:xfrm>
                <a:off x="5934865" y="5391217"/>
                <a:ext cx="27720" cy="201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CBE141-92A5-3EF3-2F0D-EE27B6E665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25865" y="5382217"/>
                  <a:ext cx="45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F2A355C-D426-9755-9BAE-010229967F64}"/>
                    </a:ext>
                  </a:extLst>
                </p14:cNvPr>
                <p14:cNvContentPartPr/>
                <p14:nvPr/>
              </p14:nvContentPartPr>
              <p14:xfrm>
                <a:off x="5900305" y="5337937"/>
                <a:ext cx="265320" cy="132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F2A355C-D426-9755-9BAE-010229967F6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91305" y="5329297"/>
                  <a:ext cx="282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476C8C7-A7C0-D69A-1744-81E0AA370D1B}"/>
                    </a:ext>
                  </a:extLst>
                </p14:cNvPr>
                <p14:cNvContentPartPr/>
                <p14:nvPr/>
              </p14:nvContentPartPr>
              <p14:xfrm>
                <a:off x="6236545" y="5330737"/>
                <a:ext cx="9720" cy="91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476C8C7-A7C0-D69A-1744-81E0AA370D1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27905" y="5322097"/>
                  <a:ext cx="27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AB920CA-EE6A-D2E4-8644-1DEDF0C88187}"/>
                    </a:ext>
                  </a:extLst>
                </p14:cNvPr>
                <p14:cNvContentPartPr/>
                <p14:nvPr/>
              </p14:nvContentPartPr>
              <p14:xfrm>
                <a:off x="6219265" y="5227417"/>
                <a:ext cx="3960" cy="1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AB920CA-EE6A-D2E4-8644-1DEDF0C8818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10625" y="5218777"/>
                  <a:ext cx="216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613C28-DCAB-EFB8-DBD9-B78FBDD22961}"/>
                    </a:ext>
                  </a:extLst>
                </p14:cNvPr>
                <p14:cNvContentPartPr/>
                <p14:nvPr/>
              </p14:nvContentPartPr>
              <p14:xfrm>
                <a:off x="6340225" y="5332177"/>
                <a:ext cx="145800" cy="174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613C28-DCAB-EFB8-DBD9-B78FBDD229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31585" y="5323177"/>
                  <a:ext cx="1634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130763-A00C-0022-8F0B-8B35D701D66A}"/>
                    </a:ext>
                  </a:extLst>
                </p14:cNvPr>
                <p14:cNvContentPartPr/>
                <p14:nvPr/>
              </p14:nvContentPartPr>
              <p14:xfrm>
                <a:off x="6547585" y="5336857"/>
                <a:ext cx="469440" cy="225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130763-A00C-0022-8F0B-8B35D701D66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38585" y="5327857"/>
                  <a:ext cx="487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51456C9-022D-24C7-4CC3-E08AE1514A7E}"/>
                    </a:ext>
                  </a:extLst>
                </p14:cNvPr>
                <p14:cNvContentPartPr/>
                <p14:nvPr/>
              </p14:nvContentPartPr>
              <p14:xfrm>
                <a:off x="2206345" y="4838977"/>
                <a:ext cx="2779200" cy="880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51456C9-022D-24C7-4CC3-E08AE1514A7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97705" y="4829977"/>
                  <a:ext cx="2796840" cy="89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0C4A52-8EA9-342C-85DC-37754AA70E72}"/>
                    </a:ext>
                  </a:extLst>
                </p14:cNvPr>
                <p14:cNvContentPartPr/>
                <p14:nvPr/>
              </p14:nvContentPartPr>
              <p14:xfrm>
                <a:off x="6883465" y="6211297"/>
                <a:ext cx="596160" cy="16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0C4A52-8EA9-342C-85DC-37754AA70E7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74825" y="6202657"/>
                  <a:ext cx="613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707E787-50DA-E05D-D10F-17A959F10C54}"/>
                    </a:ext>
                  </a:extLst>
                </p14:cNvPr>
                <p14:cNvContentPartPr/>
                <p14:nvPr/>
              </p14:nvContentPartPr>
              <p14:xfrm>
                <a:off x="6692665" y="6107257"/>
                <a:ext cx="440280" cy="244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707E787-50DA-E05D-D10F-17A959F10C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83665" y="6098257"/>
                  <a:ext cx="4579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8B6F9AC-4529-CC5A-0FB2-FBBF1E1136EF}"/>
                    </a:ext>
                  </a:extLst>
                </p14:cNvPr>
                <p14:cNvContentPartPr/>
                <p14:nvPr/>
              </p14:nvContentPartPr>
              <p14:xfrm>
                <a:off x="7883185" y="5952097"/>
                <a:ext cx="76680" cy="461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8B6F9AC-4529-CC5A-0FB2-FBBF1E1136E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4545" y="5943097"/>
                  <a:ext cx="9432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F7D3DC6-1DDF-5A3C-086E-D21F8DB93984}"/>
                    </a:ext>
                  </a:extLst>
                </p14:cNvPr>
                <p14:cNvContentPartPr/>
                <p14:nvPr/>
              </p14:nvContentPartPr>
              <p14:xfrm>
                <a:off x="8012425" y="6208417"/>
                <a:ext cx="426960" cy="320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F7D3DC6-1DDF-5A3C-086E-D21F8DB9398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03785" y="6199777"/>
                  <a:ext cx="4446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4618386-49E7-C109-8E1F-5800BE4CD0DA}"/>
                    </a:ext>
                  </a:extLst>
                </p14:cNvPr>
                <p14:cNvContentPartPr/>
                <p14:nvPr/>
              </p14:nvContentPartPr>
              <p14:xfrm>
                <a:off x="8381785" y="6270697"/>
                <a:ext cx="268200" cy="295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4618386-49E7-C109-8E1F-5800BE4CD0D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73145" y="6262057"/>
                  <a:ext cx="2858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DEEC72-E9C1-8011-15D2-8A033CDD5538}"/>
                    </a:ext>
                  </a:extLst>
                </p14:cNvPr>
                <p14:cNvContentPartPr/>
                <p14:nvPr/>
              </p14:nvContentPartPr>
              <p14:xfrm>
                <a:off x="8718745" y="5926897"/>
                <a:ext cx="289440" cy="775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DEEC72-E9C1-8011-15D2-8A033CDD553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09745" y="5918257"/>
                  <a:ext cx="307080" cy="7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D206175-9C61-1FD1-7E46-6E4E76A73773}"/>
                    </a:ext>
                  </a:extLst>
                </p14:cNvPr>
                <p14:cNvContentPartPr/>
                <p14:nvPr/>
              </p14:nvContentPartPr>
              <p14:xfrm>
                <a:off x="8660785" y="6383377"/>
                <a:ext cx="307800" cy="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D206175-9C61-1FD1-7E46-6E4E76A7377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52145" y="6374377"/>
                  <a:ext cx="325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01E9708-B9AB-9590-0C0E-F2719724901F}"/>
                    </a:ext>
                  </a:extLst>
                </p14:cNvPr>
                <p14:cNvContentPartPr/>
                <p14:nvPr/>
              </p14:nvContentPartPr>
              <p14:xfrm>
                <a:off x="1926625" y="6460777"/>
                <a:ext cx="14760" cy="300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01E9708-B9AB-9590-0C0E-F271972490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17625" y="6452137"/>
                  <a:ext cx="324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EF68DAF-AD6A-D3F4-855B-83EC01621CAB}"/>
                    </a:ext>
                  </a:extLst>
                </p14:cNvPr>
                <p14:cNvContentPartPr/>
                <p14:nvPr/>
              </p14:nvContentPartPr>
              <p14:xfrm>
                <a:off x="2156305" y="6487057"/>
                <a:ext cx="9000" cy="292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EF68DAF-AD6A-D3F4-855B-83EC01621C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47665" y="6478057"/>
                  <a:ext cx="266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F39D485-D409-FA09-F2F0-23E09D4744C4}"/>
                    </a:ext>
                  </a:extLst>
                </p14:cNvPr>
                <p14:cNvContentPartPr/>
                <p14:nvPr/>
              </p14:nvContentPartPr>
              <p14:xfrm>
                <a:off x="2121385" y="5244297"/>
                <a:ext cx="2028600" cy="1501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F39D485-D409-FA09-F2F0-23E09D4744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12745" y="5235657"/>
                  <a:ext cx="2046240" cy="15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B134181-7A0C-FF0D-20B1-0ABB7CDFC619}"/>
                    </a:ext>
                  </a:extLst>
                </p14:cNvPr>
                <p14:cNvContentPartPr/>
                <p14:nvPr/>
              </p14:nvContentPartPr>
              <p14:xfrm>
                <a:off x="1863265" y="6633537"/>
                <a:ext cx="581400" cy="80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B134181-7A0C-FF0D-20B1-0ABB7CDFC6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54265" y="6624537"/>
                  <a:ext cx="599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EC457EF-5AE1-BA2C-8FAB-655E02B081DC}"/>
                    </a:ext>
                  </a:extLst>
                </p14:cNvPr>
                <p14:cNvContentPartPr/>
                <p14:nvPr/>
              </p14:nvContentPartPr>
              <p14:xfrm>
                <a:off x="1828345" y="6614457"/>
                <a:ext cx="614880" cy="402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EC457EF-5AE1-BA2C-8FAB-655E02B081D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19345" y="6605457"/>
                  <a:ext cx="6325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E3522B9-9F59-C777-34A6-652B001C8378}"/>
                    </a:ext>
                  </a:extLst>
                </p14:cNvPr>
                <p14:cNvContentPartPr/>
                <p14:nvPr/>
              </p14:nvContentPartPr>
              <p14:xfrm>
                <a:off x="1876945" y="6676377"/>
                <a:ext cx="694440" cy="230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E3522B9-9F59-C777-34A6-652B001C83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67945" y="6667737"/>
                  <a:ext cx="712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D9A0080-B4FC-723B-54DE-B128B6E38AB3}"/>
                    </a:ext>
                  </a:extLst>
                </p14:cNvPr>
                <p14:cNvContentPartPr/>
                <p14:nvPr/>
              </p14:nvContentPartPr>
              <p14:xfrm>
                <a:off x="3450145" y="6780777"/>
                <a:ext cx="441360" cy="43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D9A0080-B4FC-723B-54DE-B128B6E38AB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41145" y="6771777"/>
                  <a:ext cx="459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582ED19-9382-DBC5-AF29-997C8BB03E23}"/>
                    </a:ext>
                  </a:extLst>
                </p14:cNvPr>
                <p14:cNvContentPartPr/>
                <p14:nvPr/>
              </p14:nvContentPartPr>
              <p14:xfrm>
                <a:off x="3139825" y="6426217"/>
                <a:ext cx="503640" cy="326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582ED19-9382-DBC5-AF29-997C8BB03E2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31185" y="6417577"/>
                  <a:ext cx="5212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381769D-4264-8F54-7A86-21BC38DD6D77}"/>
                    </a:ext>
                  </a:extLst>
                </p14:cNvPr>
                <p14:cNvContentPartPr/>
                <p14:nvPr/>
              </p14:nvContentPartPr>
              <p14:xfrm>
                <a:off x="3877105" y="6408937"/>
                <a:ext cx="634680" cy="345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381769D-4264-8F54-7A86-21BC38DD6D7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68105" y="6400297"/>
                  <a:ext cx="6523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00592A9-2AA1-5C97-03A9-B882A00569EA}"/>
                    </a:ext>
                  </a:extLst>
                </p14:cNvPr>
                <p14:cNvContentPartPr/>
                <p14:nvPr/>
              </p14:nvContentPartPr>
              <p14:xfrm>
                <a:off x="3449785" y="6698737"/>
                <a:ext cx="536040" cy="169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00592A9-2AA1-5C97-03A9-B882A00569E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41145" y="6689737"/>
                  <a:ext cx="553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B054970-AE33-8BC0-8EEE-5F650EBB6B57}"/>
                    </a:ext>
                  </a:extLst>
                </p14:cNvPr>
                <p14:cNvContentPartPr/>
                <p14:nvPr/>
              </p14:nvContentPartPr>
              <p14:xfrm>
                <a:off x="3579025" y="6633177"/>
                <a:ext cx="52920" cy="73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B054970-AE33-8BC0-8EEE-5F650EBB6B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70385" y="6624537"/>
                  <a:ext cx="70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CE9270E-B0B3-70DB-3D63-B831A8B91153}"/>
                    </a:ext>
                  </a:extLst>
                </p14:cNvPr>
                <p14:cNvContentPartPr/>
                <p14:nvPr/>
              </p14:nvContentPartPr>
              <p14:xfrm>
                <a:off x="4002385" y="6643257"/>
                <a:ext cx="45720" cy="51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CE9270E-B0B3-70DB-3D63-B831A8B9115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93385" y="6634257"/>
                  <a:ext cx="63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7DD2E6B-E3C4-AA04-CCCE-33F9D0EE3382}"/>
                    </a:ext>
                  </a:extLst>
                </p14:cNvPr>
                <p14:cNvContentPartPr/>
                <p14:nvPr/>
              </p14:nvContentPartPr>
              <p14:xfrm>
                <a:off x="3278065" y="6555417"/>
                <a:ext cx="1091160" cy="148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7DD2E6B-E3C4-AA04-CCCE-33F9D0EE338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69425" y="6546417"/>
                  <a:ext cx="11088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E2E203-8E1E-7857-E1BF-C6C916A80EE5}"/>
                    </a:ext>
                  </a:extLst>
                </p14:cNvPr>
                <p14:cNvContentPartPr/>
                <p14:nvPr/>
              </p14:nvContentPartPr>
              <p14:xfrm>
                <a:off x="3993745" y="6782217"/>
                <a:ext cx="845280" cy="59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9E2E203-8E1E-7857-E1BF-C6C916A80EE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85105" y="6773577"/>
                  <a:ext cx="862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54D22E0-0FE5-AF69-A9B9-1730C3ECE5D4}"/>
                    </a:ext>
                  </a:extLst>
                </p14:cNvPr>
                <p14:cNvContentPartPr/>
                <p14:nvPr/>
              </p14:nvContentPartPr>
              <p14:xfrm>
                <a:off x="4019665" y="6797697"/>
                <a:ext cx="153360" cy="47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54D22E0-0FE5-AF69-A9B9-1730C3ECE5D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10665" y="6788697"/>
                  <a:ext cx="171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AAC23B8-47F5-E9E5-022E-A052A8A8B3A3}"/>
                    </a:ext>
                  </a:extLst>
                </p14:cNvPr>
                <p14:cNvContentPartPr/>
                <p14:nvPr/>
              </p14:nvContentPartPr>
              <p14:xfrm>
                <a:off x="4045585" y="6751257"/>
                <a:ext cx="156240" cy="55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AAC23B8-47F5-E9E5-022E-A052A8A8B3A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36945" y="6742617"/>
                  <a:ext cx="1738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30254BA-EEF4-1303-F340-321A95001C54}"/>
                    </a:ext>
                  </a:extLst>
                </p14:cNvPr>
                <p14:cNvContentPartPr/>
                <p14:nvPr/>
              </p14:nvContentPartPr>
              <p14:xfrm>
                <a:off x="4588465" y="6623457"/>
                <a:ext cx="280800" cy="168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30254BA-EEF4-1303-F340-321A95001C5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79465" y="6614457"/>
                  <a:ext cx="298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22F207-CC2C-62C4-C823-A88E97DB2008}"/>
                    </a:ext>
                  </a:extLst>
                </p14:cNvPr>
                <p14:cNvContentPartPr/>
                <p14:nvPr/>
              </p14:nvContentPartPr>
              <p14:xfrm>
                <a:off x="4918225" y="6564417"/>
                <a:ext cx="50760" cy="216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22F207-CC2C-62C4-C823-A88E97DB200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09585" y="6555417"/>
                  <a:ext cx="684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155A77D-49D9-A053-E238-F26E4E453DF0}"/>
                    </a:ext>
                  </a:extLst>
                </p14:cNvPr>
                <p14:cNvContentPartPr/>
                <p14:nvPr/>
              </p14:nvContentPartPr>
              <p14:xfrm>
                <a:off x="4882225" y="6676737"/>
                <a:ext cx="106560" cy="10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155A77D-49D9-A053-E238-F26E4E453DF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73585" y="6667737"/>
                  <a:ext cx="124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8FA723B-0A00-95F9-0767-C65EA7D9A6C9}"/>
                    </a:ext>
                  </a:extLst>
                </p14:cNvPr>
                <p14:cNvContentPartPr/>
                <p14:nvPr/>
              </p14:nvContentPartPr>
              <p14:xfrm>
                <a:off x="4973305" y="6607617"/>
                <a:ext cx="110520" cy="221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8FA723B-0A00-95F9-0767-C65EA7D9A6C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64305" y="6598977"/>
                  <a:ext cx="1281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0EAAF3C-E31A-3E74-73C9-205FC4E19BA2}"/>
                    </a:ext>
                  </a:extLst>
                </p14:cNvPr>
                <p14:cNvContentPartPr/>
                <p14:nvPr/>
              </p14:nvContentPartPr>
              <p14:xfrm>
                <a:off x="5115505" y="6656217"/>
                <a:ext cx="191520" cy="204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0EAAF3C-E31A-3E74-73C9-205FC4E19B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06865" y="6647577"/>
                  <a:ext cx="209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7976CA8-BB49-F92F-5D8E-BF132AF9D58F}"/>
                    </a:ext>
                  </a:extLst>
                </p14:cNvPr>
                <p14:cNvContentPartPr/>
                <p14:nvPr/>
              </p14:nvContentPartPr>
              <p14:xfrm>
                <a:off x="3573265" y="6695097"/>
                <a:ext cx="49680" cy="21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7976CA8-BB49-F92F-5D8E-BF132AF9D58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64625" y="6686457"/>
                  <a:ext cx="67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3D4212B-82F2-D355-BF81-8CCF1C3594F2}"/>
                    </a:ext>
                  </a:extLst>
                </p14:cNvPr>
                <p14:cNvContentPartPr/>
                <p14:nvPr/>
              </p14:nvContentPartPr>
              <p14:xfrm>
                <a:off x="3999865" y="6667017"/>
                <a:ext cx="37800" cy="51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3D4212B-82F2-D355-BF81-8CCF1C3594F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91225" y="6658017"/>
                  <a:ext cx="55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1095294-DF2B-8B10-6EAD-9654F1C88368}"/>
                    </a:ext>
                  </a:extLst>
                </p14:cNvPr>
                <p14:cNvContentPartPr/>
                <p14:nvPr/>
              </p14:nvContentPartPr>
              <p14:xfrm>
                <a:off x="5969425" y="6598977"/>
                <a:ext cx="26280" cy="198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1095294-DF2B-8B10-6EAD-9654F1C8836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60425" y="6589977"/>
                  <a:ext cx="439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C3CEFAE-AA20-C84D-3340-951F727BE260}"/>
                    </a:ext>
                  </a:extLst>
                </p14:cNvPr>
                <p14:cNvContentPartPr/>
                <p14:nvPr/>
              </p14:nvContentPartPr>
              <p14:xfrm>
                <a:off x="5960425" y="6512217"/>
                <a:ext cx="552960" cy="311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C3CEFAE-AA20-C84D-3340-951F727BE26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51785" y="6503217"/>
                  <a:ext cx="5706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BC9340D-4F96-5375-D76D-BF3FC276B8BE}"/>
                    </a:ext>
                  </a:extLst>
                </p14:cNvPr>
                <p14:cNvContentPartPr/>
                <p14:nvPr/>
              </p14:nvContentPartPr>
              <p14:xfrm>
                <a:off x="4692505" y="6443817"/>
                <a:ext cx="1308600" cy="138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BC9340D-4F96-5375-D76D-BF3FC276B8B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83865" y="6434817"/>
                  <a:ext cx="1326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B935D10-8AE8-6DE4-6514-55B521CC6448}"/>
                    </a:ext>
                  </a:extLst>
                </p14:cNvPr>
                <p14:cNvContentPartPr/>
                <p14:nvPr/>
              </p14:nvContentPartPr>
              <p14:xfrm>
                <a:off x="5719225" y="6366057"/>
                <a:ext cx="561240" cy="225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B935D10-8AE8-6DE4-6514-55B521CC644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10585" y="6357417"/>
                  <a:ext cx="5788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E8C554F-B260-18FD-8E21-06FD25B8988F}"/>
                    </a:ext>
                  </a:extLst>
                </p14:cNvPr>
                <p14:cNvContentPartPr/>
                <p14:nvPr/>
              </p14:nvContentPartPr>
              <p14:xfrm>
                <a:off x="3320905" y="5493057"/>
                <a:ext cx="2654280" cy="1048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E8C554F-B260-18FD-8E21-06FD25B8988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12265" y="5484057"/>
                  <a:ext cx="2671920" cy="10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AB76D15-4E5A-2C00-ED67-058D850F527C}"/>
                    </a:ext>
                  </a:extLst>
                </p14:cNvPr>
                <p14:cNvContentPartPr/>
                <p14:nvPr/>
              </p14:nvContentPartPr>
              <p14:xfrm>
                <a:off x="5839825" y="6456417"/>
                <a:ext cx="183600" cy="109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AB76D15-4E5A-2C00-ED67-058D850F527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31185" y="6447777"/>
                  <a:ext cx="201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1BC2BF7-40B4-31B1-B681-2BB495A5ECC4}"/>
                    </a:ext>
                  </a:extLst>
                </p14:cNvPr>
                <p14:cNvContentPartPr/>
                <p14:nvPr/>
              </p14:nvContentPartPr>
              <p14:xfrm>
                <a:off x="2069545" y="6805977"/>
                <a:ext cx="212760" cy="101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1BC2BF7-40B4-31B1-B681-2BB495A5ECC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60545" y="6797337"/>
                  <a:ext cx="230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B4961B5-E765-A1C1-2C30-D46B37057135}"/>
                    </a:ext>
                  </a:extLst>
                </p14:cNvPr>
                <p14:cNvContentPartPr/>
                <p14:nvPr/>
              </p14:nvContentPartPr>
              <p14:xfrm>
                <a:off x="3523585" y="6773217"/>
                <a:ext cx="341280" cy="69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B4961B5-E765-A1C1-2C30-D46B3705713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14585" y="6764217"/>
                  <a:ext cx="358920" cy="8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58726021-E7B3-5075-A553-572F0E16EA23}"/>
                  </a:ext>
                </a:extLst>
              </p14:cNvPr>
              <p14:cNvContentPartPr/>
              <p14:nvPr/>
            </p14:nvContentPartPr>
            <p14:xfrm>
              <a:off x="4973665" y="4010577"/>
              <a:ext cx="81360" cy="457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58726021-E7B3-5075-A553-572F0E16EA2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965025" y="4001937"/>
                <a:ext cx="990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94A23B54-FC29-74AD-2DEF-778F3A72561A}"/>
                  </a:ext>
                </a:extLst>
              </p14:cNvPr>
              <p14:cNvContentPartPr/>
              <p14:nvPr/>
            </p14:nvContentPartPr>
            <p14:xfrm>
              <a:off x="3648865" y="4080057"/>
              <a:ext cx="21960" cy="3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94A23B54-FC29-74AD-2DEF-778F3A72561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640225" y="4071057"/>
                <a:ext cx="396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700ADDFC-FCCC-0EAC-E026-A241F4B1AF05}"/>
                  </a:ext>
                </a:extLst>
              </p14:cNvPr>
              <p14:cNvContentPartPr/>
              <p14:nvPr/>
            </p14:nvContentPartPr>
            <p14:xfrm>
              <a:off x="3405865" y="750057"/>
              <a:ext cx="814680" cy="153648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700ADDFC-FCCC-0EAC-E026-A241F4B1AF0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397225" y="741417"/>
                <a:ext cx="832320" cy="15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970BEA49-C1A6-C68F-84B7-6B209D4F4DA5}"/>
                  </a:ext>
                </a:extLst>
              </p14:cNvPr>
              <p14:cNvContentPartPr/>
              <p14:nvPr/>
            </p14:nvContentPartPr>
            <p14:xfrm>
              <a:off x="3716905" y="2241537"/>
              <a:ext cx="122040" cy="12924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970BEA49-C1A6-C68F-84B7-6B209D4F4DA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708265" y="2232537"/>
                <a:ext cx="1396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3F5B9E71-7768-549C-CB3D-EADD0F09D2AD}"/>
                  </a:ext>
                </a:extLst>
              </p14:cNvPr>
              <p14:cNvContentPartPr/>
              <p14:nvPr/>
            </p14:nvContentPartPr>
            <p14:xfrm>
              <a:off x="3189865" y="1967577"/>
              <a:ext cx="1357560" cy="111204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3F5B9E71-7768-549C-CB3D-EADD0F09D2A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181225" y="1958577"/>
                <a:ext cx="1375200" cy="11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40304F12-5BE6-9542-A172-90524EA2C586}"/>
                  </a:ext>
                </a:extLst>
              </p14:cNvPr>
              <p14:cNvContentPartPr/>
              <p14:nvPr/>
            </p14:nvContentPartPr>
            <p14:xfrm>
              <a:off x="2949745" y="2750217"/>
              <a:ext cx="7560" cy="180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40304F12-5BE6-9542-A172-90524EA2C58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941105" y="2741577"/>
                <a:ext cx="252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2101B2DC-EB78-8306-60EF-12BE11D1B3E8}"/>
                  </a:ext>
                </a:extLst>
              </p14:cNvPr>
              <p14:cNvContentPartPr/>
              <p14:nvPr/>
            </p14:nvContentPartPr>
            <p14:xfrm>
              <a:off x="4172318" y="1691813"/>
              <a:ext cx="2652480" cy="8316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2101B2DC-EB78-8306-60EF-12BE11D1B3E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163678" y="1683173"/>
                <a:ext cx="2670120" cy="84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3A5659BA-4340-0C53-900B-B4BBE96617A5}"/>
                  </a:ext>
                </a:extLst>
              </p14:cNvPr>
              <p14:cNvContentPartPr/>
              <p14:nvPr/>
            </p14:nvContentPartPr>
            <p14:xfrm>
              <a:off x="6291998" y="1333253"/>
              <a:ext cx="225720" cy="29952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3A5659BA-4340-0C53-900B-B4BBE96617A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282998" y="1324613"/>
                <a:ext cx="24336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F9A8652A-7830-5B79-A314-5C2A392CDEBD}"/>
                  </a:ext>
                </a:extLst>
              </p14:cNvPr>
              <p14:cNvContentPartPr/>
              <p14:nvPr/>
            </p14:nvContentPartPr>
            <p14:xfrm>
              <a:off x="4081598" y="2451773"/>
              <a:ext cx="167040" cy="11988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F9A8652A-7830-5B79-A314-5C2A392CDEB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072598" y="2443133"/>
                <a:ext cx="1846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4023B7B9-6DE3-A737-12E7-C2D8FA0FCEE9}"/>
                  </a:ext>
                </a:extLst>
              </p14:cNvPr>
              <p14:cNvContentPartPr/>
              <p14:nvPr/>
            </p14:nvContentPartPr>
            <p14:xfrm>
              <a:off x="3488678" y="451253"/>
              <a:ext cx="1668960" cy="20095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4023B7B9-6DE3-A737-12E7-C2D8FA0FCEE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479678" y="442253"/>
                <a:ext cx="1686600" cy="20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AB22278-D8D9-F5C5-249A-0F72898569E4}"/>
                  </a:ext>
                </a:extLst>
              </p14:cNvPr>
              <p14:cNvContentPartPr/>
              <p14:nvPr/>
            </p14:nvContentPartPr>
            <p14:xfrm>
              <a:off x="3456998" y="2754533"/>
              <a:ext cx="668880" cy="2376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AB22278-D8D9-F5C5-249A-0F72898569E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447998" y="2745533"/>
                <a:ext cx="6865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96107187-66EC-15C3-F48B-E9AB673B64A9}"/>
                  </a:ext>
                </a:extLst>
              </p14:cNvPr>
              <p14:cNvContentPartPr/>
              <p14:nvPr/>
            </p14:nvContentPartPr>
            <p14:xfrm>
              <a:off x="4878638" y="2759933"/>
              <a:ext cx="813600" cy="183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96107187-66EC-15C3-F48B-E9AB673B64A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869638" y="2750933"/>
                <a:ext cx="83124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 263">
            <a:extLst>
              <a:ext uri="{FF2B5EF4-FFF2-40B4-BE49-F238E27FC236}">
                <a16:creationId xmlns:a16="http://schemas.microsoft.com/office/drawing/2014/main" id="{B5A405D9-06FB-3ACC-A216-C17B763BABE8}"/>
              </a:ext>
            </a:extLst>
          </p:cNvPr>
          <p:cNvGrpSpPr/>
          <p:nvPr/>
        </p:nvGrpSpPr>
        <p:grpSpPr>
          <a:xfrm>
            <a:off x="6458318" y="2355293"/>
            <a:ext cx="1181160" cy="513720"/>
            <a:chOff x="6458318" y="2355293"/>
            <a:chExt cx="1181160" cy="51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55385C8-058E-3206-A340-7CF6DA573AD8}"/>
                    </a:ext>
                  </a:extLst>
                </p14:cNvPr>
                <p14:cNvContentPartPr/>
                <p14:nvPr/>
              </p14:nvContentPartPr>
              <p14:xfrm>
                <a:off x="6458318" y="2453213"/>
                <a:ext cx="240480" cy="2530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55385C8-058E-3206-A340-7CF6DA573AD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449678" y="2444213"/>
                  <a:ext cx="2581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D593699-F2C8-174D-20D2-CB2D4AFE99F9}"/>
                    </a:ext>
                  </a:extLst>
                </p14:cNvPr>
                <p14:cNvContentPartPr/>
                <p14:nvPr/>
              </p14:nvContentPartPr>
              <p14:xfrm>
                <a:off x="6744518" y="2475533"/>
                <a:ext cx="351360" cy="2930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D593699-F2C8-174D-20D2-CB2D4AFE99F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35878" y="2466533"/>
                  <a:ext cx="3690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42AC4F8-4EC5-67CD-8169-99B26997B670}"/>
                    </a:ext>
                  </a:extLst>
                </p14:cNvPr>
                <p14:cNvContentPartPr/>
                <p14:nvPr/>
              </p14:nvContentPartPr>
              <p14:xfrm>
                <a:off x="7206038" y="2528453"/>
                <a:ext cx="45720" cy="180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42AC4F8-4EC5-67CD-8169-99B26997B67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197398" y="2519813"/>
                  <a:ext cx="63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18F8564-7A84-D875-97C5-3DC28786B9C7}"/>
                    </a:ext>
                  </a:extLst>
                </p14:cNvPr>
                <p14:cNvContentPartPr/>
                <p14:nvPr/>
              </p14:nvContentPartPr>
              <p14:xfrm>
                <a:off x="7147358" y="2355293"/>
                <a:ext cx="310680" cy="4100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18F8564-7A84-D875-97C5-3DC28786B9C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38358" y="2346293"/>
                  <a:ext cx="32832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EF36B75-E1BF-DDEA-6D8C-7AFB19072B0F}"/>
                    </a:ext>
                  </a:extLst>
                </p14:cNvPr>
                <p14:cNvContentPartPr/>
                <p14:nvPr/>
              </p14:nvContentPartPr>
              <p14:xfrm>
                <a:off x="7170398" y="2521613"/>
                <a:ext cx="109440" cy="363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EF36B75-E1BF-DDEA-6D8C-7AFB19072B0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61758" y="2512973"/>
                  <a:ext cx="127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72EBFBD-04A3-7B8B-F4F4-E0F0F3DEE718}"/>
                    </a:ext>
                  </a:extLst>
                </p14:cNvPr>
                <p14:cNvContentPartPr/>
                <p14:nvPr/>
              </p14:nvContentPartPr>
              <p14:xfrm>
                <a:off x="7420238" y="2511533"/>
                <a:ext cx="219240" cy="3574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72EBFBD-04A3-7B8B-F4F4-E0F0F3DEE71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411238" y="2502533"/>
                  <a:ext cx="236880" cy="37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D813F025-8A0F-CEFD-7FF1-514EA1DC4408}"/>
              </a:ext>
            </a:extLst>
          </p:cNvPr>
          <p:cNvGrpSpPr/>
          <p:nvPr/>
        </p:nvGrpSpPr>
        <p:grpSpPr>
          <a:xfrm>
            <a:off x="706945" y="983337"/>
            <a:ext cx="5257800" cy="3330360"/>
            <a:chOff x="706945" y="983337"/>
            <a:chExt cx="5257800" cy="333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C90A509-DE5A-FFD2-3DBA-1407E498841F}"/>
                    </a:ext>
                  </a:extLst>
                </p14:cNvPr>
                <p14:cNvContentPartPr/>
                <p14:nvPr/>
              </p14:nvContentPartPr>
              <p14:xfrm>
                <a:off x="2526745" y="1573737"/>
                <a:ext cx="1225080" cy="2437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C90A509-DE5A-FFD2-3DBA-1407E498841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18105" y="1565097"/>
                  <a:ext cx="1242720" cy="24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2094F65-06E0-F1E2-5292-F4566EEB8E75}"/>
                    </a:ext>
                  </a:extLst>
                </p14:cNvPr>
                <p14:cNvContentPartPr/>
                <p14:nvPr/>
              </p14:nvContentPartPr>
              <p14:xfrm>
                <a:off x="3562465" y="1532697"/>
                <a:ext cx="326520" cy="201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2094F65-06E0-F1E2-5292-F4566EEB8E7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53825" y="1523697"/>
                  <a:ext cx="344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84DFFBF-657B-6AEA-3997-06B3A0148DB0}"/>
                    </a:ext>
                  </a:extLst>
                </p14:cNvPr>
                <p14:cNvContentPartPr/>
                <p14:nvPr/>
              </p14:nvContentPartPr>
              <p14:xfrm>
                <a:off x="4035865" y="983337"/>
                <a:ext cx="1338480" cy="11646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84DFFBF-657B-6AEA-3997-06B3A0148DB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026865" y="974337"/>
                  <a:ext cx="1356120" cy="11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A659D0D-C02E-122F-D71F-E88108728CC5}"/>
                    </a:ext>
                  </a:extLst>
                </p14:cNvPr>
                <p14:cNvContentPartPr/>
                <p14:nvPr/>
              </p14:nvContentPartPr>
              <p14:xfrm>
                <a:off x="3959185" y="2078817"/>
                <a:ext cx="185040" cy="137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A659D0D-C02E-122F-D71F-E88108728CC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950545" y="2069817"/>
                  <a:ext cx="2026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D76A622-9CCF-8707-5C0C-AE019DEEB9B1}"/>
                    </a:ext>
                  </a:extLst>
                </p14:cNvPr>
                <p14:cNvContentPartPr/>
                <p14:nvPr/>
              </p14:nvContentPartPr>
              <p14:xfrm>
                <a:off x="2644478" y="1406693"/>
                <a:ext cx="1176480" cy="756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D76A622-9CCF-8707-5C0C-AE019DEEB9B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635838" y="1397693"/>
                  <a:ext cx="1194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30A95D9-D991-18C0-1F42-0475345CFA0C}"/>
                    </a:ext>
                  </a:extLst>
                </p14:cNvPr>
                <p14:cNvContentPartPr/>
                <p14:nvPr/>
              </p14:nvContentPartPr>
              <p14:xfrm>
                <a:off x="2118158" y="1094213"/>
                <a:ext cx="457560" cy="5605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30A95D9-D991-18C0-1F42-0475345CFA0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109158" y="1085573"/>
                  <a:ext cx="47520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1B8ECF6-68F7-CE8B-6BC5-68FD640DCB17}"/>
                    </a:ext>
                  </a:extLst>
                </p14:cNvPr>
                <p14:cNvContentPartPr/>
                <p14:nvPr/>
              </p14:nvContentPartPr>
              <p14:xfrm>
                <a:off x="2279798" y="1654373"/>
                <a:ext cx="569880" cy="356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1B8ECF6-68F7-CE8B-6BC5-68FD640DCB1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271158" y="1645733"/>
                  <a:ext cx="587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863DCC7-4CE5-62D0-BF40-1B7C41F09755}"/>
                    </a:ext>
                  </a:extLst>
                </p14:cNvPr>
                <p14:cNvContentPartPr/>
                <p14:nvPr/>
              </p14:nvContentPartPr>
              <p14:xfrm>
                <a:off x="5719225" y="3825897"/>
                <a:ext cx="202320" cy="185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863DCC7-4CE5-62D0-BF40-1B7C41F0975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710585" y="3817257"/>
                  <a:ext cx="219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D396224-566A-6FA3-6E49-0B7B44A84E5E}"/>
                    </a:ext>
                  </a:extLst>
                </p14:cNvPr>
                <p14:cNvContentPartPr/>
                <p14:nvPr/>
              </p14:nvContentPartPr>
              <p14:xfrm>
                <a:off x="4209385" y="3751737"/>
                <a:ext cx="124920" cy="250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D396224-566A-6FA3-6E49-0B7B44A84E5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00745" y="3743097"/>
                  <a:ext cx="1425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3DE02FC-3A72-F879-9007-712ADA9552FA}"/>
                    </a:ext>
                  </a:extLst>
                </p14:cNvPr>
                <p14:cNvContentPartPr/>
                <p14:nvPr/>
              </p14:nvContentPartPr>
              <p14:xfrm>
                <a:off x="2251345" y="3846777"/>
                <a:ext cx="102600" cy="104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3DE02FC-3A72-F879-9007-712ADA9552F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242345" y="3838137"/>
                  <a:ext cx="120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C86481B-A692-BC4D-9655-48F44C104181}"/>
                    </a:ext>
                  </a:extLst>
                </p14:cNvPr>
                <p14:cNvContentPartPr/>
                <p14:nvPr/>
              </p14:nvContentPartPr>
              <p14:xfrm>
                <a:off x="1922665" y="3846777"/>
                <a:ext cx="99000" cy="123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C86481B-A692-BC4D-9655-48F44C10418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13665" y="3838137"/>
                  <a:ext cx="116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B66BB64-1639-D488-A647-9338916486A0}"/>
                    </a:ext>
                  </a:extLst>
                </p14:cNvPr>
                <p14:cNvContentPartPr/>
                <p14:nvPr/>
              </p14:nvContentPartPr>
              <p14:xfrm>
                <a:off x="2052985" y="3778017"/>
                <a:ext cx="17640" cy="199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B66BB64-1639-D488-A647-9338916486A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43985" y="3769377"/>
                  <a:ext cx="35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46AB545-DB07-008B-6B58-9DC6543F346D}"/>
                    </a:ext>
                  </a:extLst>
                </p14:cNvPr>
                <p14:cNvContentPartPr/>
                <p14:nvPr/>
              </p14:nvContentPartPr>
              <p14:xfrm>
                <a:off x="2027065" y="3882777"/>
                <a:ext cx="88920" cy="59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46AB545-DB07-008B-6B58-9DC6543F346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18065" y="3874137"/>
                  <a:ext cx="106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4858D3D-AFAA-2465-7D73-341F83724C44}"/>
                    </a:ext>
                  </a:extLst>
                </p14:cNvPr>
                <p14:cNvContentPartPr/>
                <p14:nvPr/>
              </p14:nvContentPartPr>
              <p14:xfrm>
                <a:off x="2139025" y="3795297"/>
                <a:ext cx="52560" cy="231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4858D3D-AFAA-2465-7D73-341F83724C4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30385" y="3786657"/>
                  <a:ext cx="702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0B72A21-1360-2636-7DEA-1FE617C7F24E}"/>
                    </a:ext>
                  </a:extLst>
                </p14:cNvPr>
                <p14:cNvContentPartPr/>
                <p14:nvPr/>
              </p14:nvContentPartPr>
              <p14:xfrm>
                <a:off x="2241625" y="3793857"/>
                <a:ext cx="131400" cy="183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0B72A21-1360-2636-7DEA-1FE617C7F24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32985" y="3785217"/>
                  <a:ext cx="149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64945F9-7F97-55EB-C21B-42CFD1353D88}"/>
                    </a:ext>
                  </a:extLst>
                </p14:cNvPr>
                <p14:cNvContentPartPr/>
                <p14:nvPr/>
              </p14:nvContentPartPr>
              <p14:xfrm>
                <a:off x="2673265" y="4031457"/>
                <a:ext cx="25560" cy="48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64945F9-7F97-55EB-C21B-42CFD1353D8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664265" y="4022457"/>
                  <a:ext cx="432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0A6016C-463D-2C13-ADCB-76B8AFA342EF}"/>
                    </a:ext>
                  </a:extLst>
                </p14:cNvPr>
                <p14:cNvContentPartPr/>
                <p14:nvPr/>
              </p14:nvContentPartPr>
              <p14:xfrm>
                <a:off x="3633745" y="4001577"/>
                <a:ext cx="76320" cy="70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0A6016C-463D-2C13-ADCB-76B8AFA342E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625105" y="3992577"/>
                  <a:ext cx="93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9DE97CB-D6C4-2F66-848B-9C4461E72132}"/>
                    </a:ext>
                  </a:extLst>
                </p14:cNvPr>
                <p14:cNvContentPartPr/>
                <p14:nvPr/>
              </p14:nvContentPartPr>
              <p14:xfrm>
                <a:off x="3766945" y="3779457"/>
                <a:ext cx="134640" cy="156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9DE97CB-D6C4-2F66-848B-9C4461E7213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58305" y="3770817"/>
                  <a:ext cx="152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5D5BA5B-9331-C8B7-EBF8-043B67E6288B}"/>
                    </a:ext>
                  </a:extLst>
                </p14:cNvPr>
                <p14:cNvContentPartPr/>
                <p14:nvPr/>
              </p14:nvContentPartPr>
              <p14:xfrm>
                <a:off x="3952705" y="3674697"/>
                <a:ext cx="7560" cy="231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5D5BA5B-9331-C8B7-EBF8-043B67E6288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43705" y="3666057"/>
                  <a:ext cx="252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77276CD-35E8-8952-4D4F-0AFFA79CEC4C}"/>
                    </a:ext>
                  </a:extLst>
                </p14:cNvPr>
                <p14:cNvContentPartPr/>
                <p14:nvPr/>
              </p14:nvContentPartPr>
              <p14:xfrm>
                <a:off x="3924625" y="3846777"/>
                <a:ext cx="68040" cy="9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77276CD-35E8-8952-4D4F-0AFFA79CEC4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15985" y="3838137"/>
                  <a:ext cx="85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A5FE03F-7314-D6C9-D910-BBE1A3262CE4}"/>
                    </a:ext>
                  </a:extLst>
                </p14:cNvPr>
                <p14:cNvContentPartPr/>
                <p14:nvPr/>
              </p14:nvContentPartPr>
              <p14:xfrm>
                <a:off x="4028305" y="3726537"/>
                <a:ext cx="78480" cy="251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A5FE03F-7314-D6C9-D910-BBE1A3262CE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019665" y="3717897"/>
                  <a:ext cx="961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594A56E-BEA6-5815-C6F2-DE908E9AB93F}"/>
                    </a:ext>
                  </a:extLst>
                </p14:cNvPr>
                <p14:cNvContentPartPr/>
                <p14:nvPr/>
              </p14:nvContentPartPr>
              <p14:xfrm>
                <a:off x="4194625" y="3735177"/>
                <a:ext cx="199440" cy="259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594A56E-BEA6-5815-C6F2-DE908E9AB93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185625" y="3726177"/>
                  <a:ext cx="217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5CF1058-2277-EA0E-FAE2-B1C4603B1769}"/>
                    </a:ext>
                  </a:extLst>
                </p14:cNvPr>
                <p14:cNvContentPartPr/>
                <p14:nvPr/>
              </p14:nvContentPartPr>
              <p14:xfrm>
                <a:off x="3692065" y="4055937"/>
                <a:ext cx="25920" cy="7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5CF1058-2277-EA0E-FAE2-B1C4603B176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683065" y="4047297"/>
                  <a:ext cx="43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FE7ABC3-91AB-F3BA-F782-5225D70060C2}"/>
                    </a:ext>
                  </a:extLst>
                </p14:cNvPr>
                <p14:cNvContentPartPr/>
                <p14:nvPr/>
              </p14:nvContentPartPr>
              <p14:xfrm>
                <a:off x="5139985" y="3806097"/>
                <a:ext cx="177840" cy="172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FE7ABC3-91AB-F3BA-F782-5225D70060C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131345" y="3797457"/>
                  <a:ext cx="195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F96FEEC-3963-40C4-87A5-0667E49CCDF3}"/>
                    </a:ext>
                  </a:extLst>
                </p14:cNvPr>
                <p14:cNvContentPartPr/>
                <p14:nvPr/>
              </p14:nvContentPartPr>
              <p14:xfrm>
                <a:off x="5331145" y="3691977"/>
                <a:ext cx="26280" cy="285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F96FEEC-3963-40C4-87A5-0667E49CCDF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322145" y="3683337"/>
                  <a:ext cx="439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5609498-DAFE-22D4-E080-78851851863D}"/>
                    </a:ext>
                  </a:extLst>
                </p14:cNvPr>
                <p14:cNvContentPartPr/>
                <p14:nvPr/>
              </p14:nvContentPartPr>
              <p14:xfrm>
                <a:off x="5322145" y="3839937"/>
                <a:ext cx="78840" cy="42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5609498-DAFE-22D4-E080-78851851863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313505" y="3831297"/>
                  <a:ext cx="96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F004C08-BE95-2416-B5F2-7D381FAA0C13}"/>
                    </a:ext>
                  </a:extLst>
                </p14:cNvPr>
                <p14:cNvContentPartPr/>
                <p14:nvPr/>
              </p14:nvContentPartPr>
              <p14:xfrm>
                <a:off x="5425105" y="3717897"/>
                <a:ext cx="140760" cy="330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F004C08-BE95-2416-B5F2-7D381FAA0C1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416105" y="3708897"/>
                  <a:ext cx="1584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D2D3118-3291-E10B-E05E-24C1EE7FDD66}"/>
                    </a:ext>
                  </a:extLst>
                </p14:cNvPr>
                <p14:cNvContentPartPr/>
                <p14:nvPr/>
              </p14:nvContentPartPr>
              <p14:xfrm>
                <a:off x="5644345" y="3821217"/>
                <a:ext cx="318960" cy="213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D2D3118-3291-E10B-E05E-24C1EE7FDD6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635345" y="3812577"/>
                  <a:ext cx="336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3FBA288-76F4-A32F-645D-112604ACBEB8}"/>
                    </a:ext>
                  </a:extLst>
                </p14:cNvPr>
                <p14:cNvContentPartPr/>
                <p14:nvPr/>
              </p14:nvContentPartPr>
              <p14:xfrm>
                <a:off x="3838585" y="2932737"/>
                <a:ext cx="1800" cy="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3FBA288-76F4-A32F-645D-112604ACBEB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29945" y="2923737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68B31E7-60D0-BECE-3551-269615DD7343}"/>
                    </a:ext>
                  </a:extLst>
                </p14:cNvPr>
                <p14:cNvContentPartPr/>
                <p14:nvPr/>
              </p14:nvContentPartPr>
              <p14:xfrm>
                <a:off x="3899065" y="2791977"/>
                <a:ext cx="70200" cy="180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68B31E7-60D0-BECE-3551-269615DD734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890065" y="2782977"/>
                  <a:ext cx="87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F6215A1-CBAA-94F1-2CC8-2D207B4D2CF1}"/>
                    </a:ext>
                  </a:extLst>
                </p14:cNvPr>
                <p14:cNvContentPartPr/>
                <p14:nvPr/>
              </p14:nvContentPartPr>
              <p14:xfrm>
                <a:off x="3899065" y="2984577"/>
                <a:ext cx="102960" cy="17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F6215A1-CBAA-94F1-2CC8-2D207B4D2CF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890065" y="2975937"/>
                  <a:ext cx="120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5AC7D27-724F-8B42-D026-71A07F1DF840}"/>
                    </a:ext>
                  </a:extLst>
                </p14:cNvPr>
                <p14:cNvContentPartPr/>
                <p14:nvPr/>
              </p14:nvContentPartPr>
              <p14:xfrm>
                <a:off x="5400265" y="2945697"/>
                <a:ext cx="27720" cy="32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5AC7D27-724F-8B42-D026-71A07F1DF84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391265" y="2936697"/>
                  <a:ext cx="45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06C48A4-25D9-9F2C-A928-854C3D5EC4B4}"/>
                    </a:ext>
                  </a:extLst>
                </p14:cNvPr>
                <p14:cNvContentPartPr/>
                <p14:nvPr/>
              </p14:nvContentPartPr>
              <p14:xfrm>
                <a:off x="5494945" y="2804217"/>
                <a:ext cx="187200" cy="1807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06C48A4-25D9-9F2C-A928-854C3D5EC4B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486305" y="2795577"/>
                  <a:ext cx="204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6789DD8-E3E0-F1DB-808C-371B0AFCDC94}"/>
                    </a:ext>
                  </a:extLst>
                </p14:cNvPr>
                <p14:cNvContentPartPr/>
                <p14:nvPr/>
              </p14:nvContentPartPr>
              <p14:xfrm>
                <a:off x="4158625" y="2984577"/>
                <a:ext cx="983160" cy="230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6789DD8-E3E0-F1DB-808C-371B0AFCDC9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149625" y="2975577"/>
                  <a:ext cx="1000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510939A-E290-FB3F-5318-49B262102364}"/>
                    </a:ext>
                  </a:extLst>
                </p14:cNvPr>
                <p14:cNvContentPartPr/>
                <p14:nvPr/>
              </p14:nvContentPartPr>
              <p14:xfrm>
                <a:off x="4123345" y="3010497"/>
                <a:ext cx="181800" cy="35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510939A-E290-FB3F-5318-49B26210236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114345" y="3001857"/>
                  <a:ext cx="199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52D1D32-CD33-15D7-51CC-A7D0BDAA22A8}"/>
                    </a:ext>
                  </a:extLst>
                </p14:cNvPr>
                <p14:cNvContentPartPr/>
                <p14:nvPr/>
              </p14:nvContentPartPr>
              <p14:xfrm>
                <a:off x="4131985" y="2875857"/>
                <a:ext cx="222120" cy="117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52D1D32-CD33-15D7-51CC-A7D0BDAA22A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122985" y="2867217"/>
                  <a:ext cx="239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E288103-8A1A-1F20-EF1D-6DB01EB3CF3A}"/>
                    </a:ext>
                  </a:extLst>
                </p14:cNvPr>
                <p14:cNvContentPartPr/>
                <p14:nvPr/>
              </p14:nvContentPartPr>
              <p14:xfrm>
                <a:off x="5391265" y="3044697"/>
                <a:ext cx="57600" cy="488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E288103-8A1A-1F20-EF1D-6DB01EB3CF3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382625" y="3036057"/>
                  <a:ext cx="7524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632C494-9643-4476-0061-EF8A2E85CCB2}"/>
                    </a:ext>
                  </a:extLst>
                </p14:cNvPr>
                <p14:cNvContentPartPr/>
                <p14:nvPr/>
              </p14:nvContentPartPr>
              <p14:xfrm>
                <a:off x="5391265" y="3444657"/>
                <a:ext cx="118080" cy="1162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632C494-9643-4476-0061-EF8A2E85CCB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382625" y="3436017"/>
                  <a:ext cx="135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8DCA6CF-ECC8-38F4-C7A1-D2F27769F670}"/>
                    </a:ext>
                  </a:extLst>
                </p14:cNvPr>
                <p14:cNvContentPartPr/>
                <p14:nvPr/>
              </p14:nvContentPartPr>
              <p14:xfrm>
                <a:off x="4362385" y="3157017"/>
                <a:ext cx="831240" cy="5097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8DCA6CF-ECC8-38F4-C7A1-D2F27769F67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353385" y="3148017"/>
                  <a:ext cx="84888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4E41747-4658-924F-FB9F-649B5D9BAEF5}"/>
                    </a:ext>
                  </a:extLst>
                </p14:cNvPr>
                <p14:cNvContentPartPr/>
                <p14:nvPr/>
              </p14:nvContentPartPr>
              <p14:xfrm>
                <a:off x="4296865" y="3580017"/>
                <a:ext cx="238680" cy="96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4E41747-4658-924F-FB9F-649B5D9BAEF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287865" y="3571017"/>
                  <a:ext cx="256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FC696A8-A7E8-15B0-C314-229C480F6343}"/>
                    </a:ext>
                  </a:extLst>
                </p14:cNvPr>
                <p14:cNvContentPartPr/>
                <p14:nvPr/>
              </p14:nvContentPartPr>
              <p14:xfrm>
                <a:off x="3043705" y="3122457"/>
                <a:ext cx="1916640" cy="653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FC696A8-A7E8-15B0-C314-229C480F634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035065" y="3113457"/>
                  <a:ext cx="193428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269B4C9-6552-1ED0-E880-71A08D3D6748}"/>
                    </a:ext>
                  </a:extLst>
                </p14:cNvPr>
                <p14:cNvContentPartPr/>
                <p14:nvPr/>
              </p14:nvContentPartPr>
              <p14:xfrm>
                <a:off x="2967025" y="3709257"/>
                <a:ext cx="291600" cy="986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269B4C9-6552-1ED0-E880-71A08D3D674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958025" y="3700617"/>
                  <a:ext cx="309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B1149BF-A6E3-BF32-9E2D-D6A312749363}"/>
                    </a:ext>
                  </a:extLst>
                </p14:cNvPr>
                <p14:cNvContentPartPr/>
                <p14:nvPr/>
              </p14:nvContentPartPr>
              <p14:xfrm>
                <a:off x="2872345" y="3959457"/>
                <a:ext cx="360" cy="3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B1149BF-A6E3-BF32-9E2D-D6A31274936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63345" y="39504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65063E6-40C4-B261-8962-11636CE88942}"/>
                    </a:ext>
                  </a:extLst>
                </p14:cNvPr>
                <p14:cNvContentPartPr/>
                <p14:nvPr/>
              </p14:nvContentPartPr>
              <p14:xfrm>
                <a:off x="2941465" y="3855417"/>
                <a:ext cx="192960" cy="1483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65063E6-40C4-B261-8962-11636CE8894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932465" y="3846417"/>
                  <a:ext cx="2106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951531C-EDC0-121E-1C4C-B88DC5424D80}"/>
                    </a:ext>
                  </a:extLst>
                </p14:cNvPr>
                <p14:cNvContentPartPr/>
                <p14:nvPr/>
              </p14:nvContentPartPr>
              <p14:xfrm>
                <a:off x="4313065" y="4125057"/>
                <a:ext cx="360" cy="15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951531C-EDC0-121E-1C4C-B88DC5424D8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04425" y="4116417"/>
                  <a:ext cx="18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12D174E-564F-8056-542D-8556BCC072A4}"/>
                    </a:ext>
                  </a:extLst>
                </p14:cNvPr>
                <p14:cNvContentPartPr/>
                <p14:nvPr/>
              </p14:nvContentPartPr>
              <p14:xfrm>
                <a:off x="4344025" y="4036857"/>
                <a:ext cx="185040" cy="150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12D174E-564F-8056-542D-8556BCC072A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335025" y="4028217"/>
                  <a:ext cx="202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D15CA01-B4E2-4BB9-8F76-D5E95D9FBCCF}"/>
                    </a:ext>
                  </a:extLst>
                </p14:cNvPr>
                <p14:cNvContentPartPr/>
                <p14:nvPr/>
              </p14:nvContentPartPr>
              <p14:xfrm>
                <a:off x="4414585" y="4131897"/>
                <a:ext cx="54000" cy="181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D15CA01-B4E2-4BB9-8F76-D5E95D9FBCC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05945" y="4122897"/>
                  <a:ext cx="716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6A39953-FB34-503F-BCE0-28B08C04DA7E}"/>
                    </a:ext>
                  </a:extLst>
                </p14:cNvPr>
                <p14:cNvContentPartPr/>
                <p14:nvPr/>
              </p14:nvContentPartPr>
              <p14:xfrm>
                <a:off x="5632825" y="4269777"/>
                <a:ext cx="360" cy="3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6A39953-FB34-503F-BCE0-28B08C04DA7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24185" y="42607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BF1F9BE-7BB4-C8AE-B66E-435359C6A05B}"/>
                    </a:ext>
                  </a:extLst>
                </p14:cNvPr>
                <p14:cNvContentPartPr/>
                <p14:nvPr/>
              </p14:nvContentPartPr>
              <p14:xfrm>
                <a:off x="5722825" y="4105977"/>
                <a:ext cx="213480" cy="1731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BF1F9BE-7BB4-C8AE-B66E-435359C6A05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714185" y="4097337"/>
                  <a:ext cx="231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9E58365-3DEF-7A5D-59E6-94866AFAD7AA}"/>
                    </a:ext>
                  </a:extLst>
                </p14:cNvPr>
                <p14:cNvContentPartPr/>
                <p14:nvPr/>
              </p14:nvContentPartPr>
              <p14:xfrm>
                <a:off x="5753425" y="4101297"/>
                <a:ext cx="211320" cy="136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9E58365-3DEF-7A5D-59E6-94866AFAD7AA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744785" y="4092657"/>
                  <a:ext cx="228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1C80958-3703-AC8C-6EF9-2874D700AD80}"/>
                    </a:ext>
                  </a:extLst>
                </p14:cNvPr>
                <p14:cNvContentPartPr/>
                <p14:nvPr/>
              </p14:nvContentPartPr>
              <p14:xfrm>
                <a:off x="3734185" y="2674257"/>
                <a:ext cx="460440" cy="490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1C80958-3703-AC8C-6EF9-2874D700AD8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725545" y="2665257"/>
                  <a:ext cx="47808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2932900-12DC-BABE-D19A-68EC0769834A}"/>
                    </a:ext>
                  </a:extLst>
                </p14:cNvPr>
                <p14:cNvContentPartPr/>
                <p14:nvPr/>
              </p14:nvContentPartPr>
              <p14:xfrm>
                <a:off x="2251345" y="3988257"/>
                <a:ext cx="411480" cy="221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2932900-12DC-BABE-D19A-68EC0769834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242345" y="3979257"/>
                  <a:ext cx="429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A729AA9-961D-5CA7-0F90-EA2B19480EEC}"/>
                    </a:ext>
                  </a:extLst>
                </p14:cNvPr>
                <p14:cNvContentPartPr/>
                <p14:nvPr/>
              </p14:nvContentPartPr>
              <p14:xfrm>
                <a:off x="3399025" y="4068537"/>
                <a:ext cx="326520" cy="1998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A729AA9-961D-5CA7-0F90-EA2B19480EE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390025" y="4059897"/>
                  <a:ext cx="344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995B38F-7D7C-6B0F-DD7A-2E6DF2691F12}"/>
                    </a:ext>
                  </a:extLst>
                </p14:cNvPr>
                <p14:cNvContentPartPr/>
                <p14:nvPr/>
              </p14:nvContentPartPr>
              <p14:xfrm>
                <a:off x="4537345" y="4013817"/>
                <a:ext cx="228600" cy="196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995B38F-7D7C-6B0F-DD7A-2E6DF2691F1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528705" y="4004817"/>
                  <a:ext cx="246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E2BAA47-9762-61C7-6181-9BFCFA85FBCB}"/>
                    </a:ext>
                  </a:extLst>
                </p14:cNvPr>
                <p14:cNvContentPartPr/>
                <p14:nvPr/>
              </p14:nvContentPartPr>
              <p14:xfrm>
                <a:off x="2952985" y="2777577"/>
                <a:ext cx="851400" cy="9068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E2BAA47-9762-61C7-6181-9BFCFA85FBC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944345" y="2768577"/>
                  <a:ext cx="869040" cy="9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695EA21-5FDC-D530-8359-844831514B45}"/>
                    </a:ext>
                  </a:extLst>
                </p14:cNvPr>
                <p14:cNvContentPartPr/>
                <p14:nvPr/>
              </p14:nvContentPartPr>
              <p14:xfrm>
                <a:off x="2949385" y="3580017"/>
                <a:ext cx="147240" cy="118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695EA21-5FDC-D530-8359-844831514B4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940745" y="3571017"/>
                  <a:ext cx="1648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F38F52B-DF83-5CB5-1738-51E9D748F5D8}"/>
                    </a:ext>
                  </a:extLst>
                </p14:cNvPr>
                <p14:cNvContentPartPr/>
                <p14:nvPr/>
              </p14:nvContentPartPr>
              <p14:xfrm>
                <a:off x="3821305" y="2820417"/>
                <a:ext cx="119520" cy="6778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F38F52B-DF83-5CB5-1738-51E9D748F5D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812665" y="2811777"/>
                  <a:ext cx="13716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D5752E2-9686-BF1C-E502-C91C94FDD3D1}"/>
                    </a:ext>
                  </a:extLst>
                </p14:cNvPr>
                <p14:cNvContentPartPr/>
                <p14:nvPr/>
              </p14:nvContentPartPr>
              <p14:xfrm>
                <a:off x="3881785" y="3450417"/>
                <a:ext cx="108360" cy="1425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D5752E2-9686-BF1C-E502-C91C94FDD3D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872785" y="3441777"/>
                  <a:ext cx="1260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9D827F2-6A04-22E8-DFB2-1B578BBE0160}"/>
                    </a:ext>
                  </a:extLst>
                </p14:cNvPr>
                <p14:cNvContentPartPr/>
                <p14:nvPr/>
              </p14:nvContentPartPr>
              <p14:xfrm>
                <a:off x="3968185" y="2794857"/>
                <a:ext cx="717480" cy="6750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9D827F2-6A04-22E8-DFB2-1B578BBE016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959185" y="2785857"/>
                  <a:ext cx="73512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56E8108-75E8-CFA1-8E48-9746B488A933}"/>
                    </a:ext>
                  </a:extLst>
                </p14:cNvPr>
                <p14:cNvContentPartPr/>
                <p14:nvPr/>
              </p14:nvContentPartPr>
              <p14:xfrm>
                <a:off x="4615105" y="3457617"/>
                <a:ext cx="165600" cy="1173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56E8108-75E8-CFA1-8E48-9746B488A93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606105" y="3448617"/>
                  <a:ext cx="1832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09AC0D3-B643-03BA-6A96-75C681C55239}"/>
                    </a:ext>
                  </a:extLst>
                </p14:cNvPr>
                <p14:cNvContentPartPr/>
                <p14:nvPr/>
              </p14:nvContentPartPr>
              <p14:xfrm>
                <a:off x="706945" y="2469417"/>
                <a:ext cx="113400" cy="253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09AC0D3-B643-03BA-6A96-75C681C5523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98305" y="2460777"/>
                  <a:ext cx="1310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9BC3245-723A-4A3E-3E14-6726AC4F1E14}"/>
                    </a:ext>
                  </a:extLst>
                </p14:cNvPr>
                <p14:cNvContentPartPr/>
                <p14:nvPr/>
              </p14:nvContentPartPr>
              <p14:xfrm>
                <a:off x="885865" y="2455737"/>
                <a:ext cx="213840" cy="241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9BC3245-723A-4A3E-3E14-6726AC4F1E1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76865" y="2447097"/>
                  <a:ext cx="2314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A1F8964-4A3B-E6E6-494B-C5D9317C1FCA}"/>
                    </a:ext>
                  </a:extLst>
                </p14:cNvPr>
                <p14:cNvContentPartPr/>
                <p14:nvPr/>
              </p14:nvContentPartPr>
              <p14:xfrm>
                <a:off x="1100425" y="2414337"/>
                <a:ext cx="294480" cy="313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A1F8964-4A3B-E6E6-494B-C5D9317C1FC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91425" y="2405337"/>
                  <a:ext cx="3121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027231F-7293-B4C1-215B-C5151B24BE15}"/>
                    </a:ext>
                  </a:extLst>
                </p14:cNvPr>
                <p14:cNvContentPartPr/>
                <p14:nvPr/>
              </p14:nvContentPartPr>
              <p14:xfrm>
                <a:off x="1502185" y="2686137"/>
                <a:ext cx="7560" cy="57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027231F-7293-B4C1-215B-C5151B24BE1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493185" y="2677137"/>
                  <a:ext cx="25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2ACFE6A-3B7E-2729-0CE5-DAA4AC4C1767}"/>
                    </a:ext>
                  </a:extLst>
                </p14:cNvPr>
                <p14:cNvContentPartPr/>
                <p14:nvPr/>
              </p14:nvContentPartPr>
              <p14:xfrm>
                <a:off x="1561225" y="2419017"/>
                <a:ext cx="162720" cy="259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2ACFE6A-3B7E-2729-0CE5-DAA4AC4C176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552585" y="2410377"/>
                  <a:ext cx="180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66305C3-FD79-8DF5-F2C8-9DCA3C277677}"/>
                    </a:ext>
                  </a:extLst>
                </p14:cNvPr>
                <p14:cNvContentPartPr/>
                <p14:nvPr/>
              </p14:nvContentPartPr>
              <p14:xfrm>
                <a:off x="1741225" y="2467257"/>
                <a:ext cx="159480" cy="243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66305C3-FD79-8DF5-F2C8-9DCA3C27767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732585" y="2458257"/>
                  <a:ext cx="1771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8733C99-8C8B-ACB4-DD41-AF8C574DE438}"/>
                    </a:ext>
                  </a:extLst>
                </p14:cNvPr>
                <p14:cNvContentPartPr/>
                <p14:nvPr/>
              </p14:nvContentPartPr>
              <p14:xfrm>
                <a:off x="2007265" y="2438817"/>
                <a:ext cx="194400" cy="290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8733C99-8C8B-ACB4-DD41-AF8C574DE43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998265" y="2429817"/>
                  <a:ext cx="2120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DC7EB83-13FE-1A36-52A8-2294AFF0E3DF}"/>
                    </a:ext>
                  </a:extLst>
                </p14:cNvPr>
                <p14:cNvContentPartPr/>
                <p14:nvPr/>
              </p14:nvContentPartPr>
              <p14:xfrm>
                <a:off x="2268625" y="2707017"/>
                <a:ext cx="360" cy="1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DC7EB83-13FE-1A36-52A8-2294AFF0E3D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59625" y="2698017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482A9AD-EC64-B4C2-9179-018AE01F0B59}"/>
                    </a:ext>
                  </a:extLst>
                </p14:cNvPr>
                <p14:cNvContentPartPr/>
                <p14:nvPr/>
              </p14:nvContentPartPr>
              <p14:xfrm>
                <a:off x="2277265" y="2456457"/>
                <a:ext cx="193320" cy="2361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482A9AD-EC64-B4C2-9179-018AE01F0B5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68625" y="2447817"/>
                  <a:ext cx="210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3FD51F4-F8CB-10E5-7335-ABA50FBF544A}"/>
                    </a:ext>
                  </a:extLst>
                </p14:cNvPr>
                <p14:cNvContentPartPr/>
                <p14:nvPr/>
              </p14:nvContentPartPr>
              <p14:xfrm>
                <a:off x="2543305" y="2459337"/>
                <a:ext cx="183240" cy="269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3FD51F4-F8CB-10E5-7335-ABA50FBF544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534305" y="2450697"/>
                  <a:ext cx="2008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66AFEF8-2B69-4DCC-7362-2F86D97A7A24}"/>
                    </a:ext>
                  </a:extLst>
                </p14:cNvPr>
                <p14:cNvContentPartPr/>
                <p14:nvPr/>
              </p14:nvContentPartPr>
              <p14:xfrm>
                <a:off x="2785585" y="2472657"/>
                <a:ext cx="154080" cy="264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66AFEF8-2B69-4DCC-7362-2F86D97A7A2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776945" y="2463657"/>
                  <a:ext cx="171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EA0B79A-E1AD-39B9-D033-D2CB1A9918E5}"/>
                    </a:ext>
                  </a:extLst>
                </p14:cNvPr>
                <p14:cNvContentPartPr/>
                <p14:nvPr/>
              </p14:nvContentPartPr>
              <p14:xfrm>
                <a:off x="2967025" y="2743017"/>
                <a:ext cx="360" cy="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EA0B79A-E1AD-39B9-D033-D2CB1A9918E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58385" y="273401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AD50AFD-3253-4B6E-6EBC-01A54AD940C8}"/>
                    </a:ext>
                  </a:extLst>
                </p14:cNvPr>
                <p14:cNvContentPartPr/>
                <p14:nvPr/>
              </p14:nvContentPartPr>
              <p14:xfrm>
                <a:off x="2992945" y="2509737"/>
                <a:ext cx="132480" cy="235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AD50AFD-3253-4B6E-6EBC-01A54AD940C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984305" y="2500737"/>
                  <a:ext cx="1501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B40608F-0C54-B8F8-2A8E-4647722B82B0}"/>
                    </a:ext>
                  </a:extLst>
                </p14:cNvPr>
                <p14:cNvContentPartPr/>
                <p14:nvPr/>
              </p14:nvContentPartPr>
              <p14:xfrm>
                <a:off x="2436398" y="3055853"/>
                <a:ext cx="1205640" cy="118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B40608F-0C54-B8F8-2A8E-4647722B82B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427398" y="3046853"/>
                  <a:ext cx="1223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7F04B78-8EF6-6DB3-3115-F94666443753}"/>
                    </a:ext>
                  </a:extLst>
                </p14:cNvPr>
                <p14:cNvContentPartPr/>
                <p14:nvPr/>
              </p14:nvContentPartPr>
              <p14:xfrm>
                <a:off x="3580838" y="3003653"/>
                <a:ext cx="175320" cy="1350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7F04B78-8EF6-6DB3-3115-F9466644375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572198" y="2994653"/>
                  <a:ext cx="192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A978E9C-3C3E-6829-F980-A2516466C6AE}"/>
                    </a:ext>
                  </a:extLst>
                </p14:cNvPr>
                <p14:cNvContentPartPr/>
                <p14:nvPr/>
              </p14:nvContentPartPr>
              <p14:xfrm>
                <a:off x="1969478" y="2932733"/>
                <a:ext cx="346320" cy="2390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A978E9C-3C3E-6829-F980-A2516466C6A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960478" y="2924093"/>
                  <a:ext cx="363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7DC1725-7FCE-5D9D-95C1-0056D3C9F6C6}"/>
                    </a:ext>
                  </a:extLst>
                </p14:cNvPr>
                <p14:cNvContentPartPr/>
                <p14:nvPr/>
              </p14:nvContentPartPr>
              <p14:xfrm>
                <a:off x="4314505" y="2458257"/>
                <a:ext cx="577080" cy="518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7DC1725-7FCE-5D9D-95C1-0056D3C9F6C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305505" y="2449617"/>
                  <a:ext cx="594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4C78CE5-F909-653F-B74B-537DDA9EC09F}"/>
                    </a:ext>
                  </a:extLst>
                </p14:cNvPr>
                <p14:cNvContentPartPr/>
                <p14:nvPr/>
              </p14:nvContentPartPr>
              <p14:xfrm>
                <a:off x="4192105" y="2449977"/>
                <a:ext cx="331200" cy="1440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4C78CE5-F909-653F-B74B-537DDA9EC09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183105" y="2440977"/>
                  <a:ext cx="348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AE73BB2-E582-1138-BAB7-98F302331AA9}"/>
                    </a:ext>
                  </a:extLst>
                </p14:cNvPr>
                <p14:cNvContentPartPr/>
                <p14:nvPr/>
              </p14:nvContentPartPr>
              <p14:xfrm>
                <a:off x="5253758" y="1299773"/>
                <a:ext cx="12960" cy="10040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AE73BB2-E582-1138-BAB7-98F302331AA9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245118" y="1290773"/>
                  <a:ext cx="30600" cy="10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1D12D8F-0EAA-B2EA-40D7-51ED9AE34151}"/>
                    </a:ext>
                  </a:extLst>
                </p14:cNvPr>
                <p14:cNvContentPartPr/>
                <p14:nvPr/>
              </p14:nvContentPartPr>
              <p14:xfrm>
                <a:off x="5173478" y="1141013"/>
                <a:ext cx="235080" cy="2480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1D12D8F-0EAA-B2EA-40D7-51ED9AE3415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164838" y="1132373"/>
                  <a:ext cx="2527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6951EED-334D-3A85-97F7-090CB85ED95E}"/>
                    </a:ext>
                  </a:extLst>
                </p14:cNvPr>
                <p14:cNvContentPartPr/>
                <p14:nvPr/>
              </p14:nvContentPartPr>
              <p14:xfrm>
                <a:off x="3426038" y="1789373"/>
                <a:ext cx="23040" cy="5083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6951EED-334D-3A85-97F7-090CB85ED95E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417398" y="1780733"/>
                  <a:ext cx="4068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7C418E0-BD97-8F6C-ABD9-9482BDADA621}"/>
                    </a:ext>
                  </a:extLst>
                </p14:cNvPr>
                <p14:cNvContentPartPr/>
                <p14:nvPr/>
              </p14:nvContentPartPr>
              <p14:xfrm>
                <a:off x="3304358" y="1732493"/>
                <a:ext cx="311400" cy="1584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7C418E0-BD97-8F6C-ABD9-9482BDADA62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295358" y="1723493"/>
                  <a:ext cx="329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A492209-8D45-6C8E-3028-7D27A07B383D}"/>
                    </a:ext>
                  </a:extLst>
                </p14:cNvPr>
                <p14:cNvContentPartPr/>
                <p14:nvPr/>
              </p14:nvContentPartPr>
              <p14:xfrm>
                <a:off x="3547358" y="2087813"/>
                <a:ext cx="122040" cy="8812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A492209-8D45-6C8E-3028-7D27A07B383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538718" y="2078813"/>
                  <a:ext cx="139680" cy="89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E4303E4-0140-DC82-FBF4-92605827AC5F}"/>
              </a:ext>
            </a:extLst>
          </p:cNvPr>
          <p:cNvGrpSpPr/>
          <p:nvPr/>
        </p:nvGrpSpPr>
        <p:grpSpPr>
          <a:xfrm>
            <a:off x="7411958" y="1568333"/>
            <a:ext cx="1230480" cy="476640"/>
            <a:chOff x="7411958" y="1568333"/>
            <a:chExt cx="123048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369378F-5940-6ABE-64C4-E7F0DCC85800}"/>
                    </a:ext>
                  </a:extLst>
                </p14:cNvPr>
                <p14:cNvContentPartPr/>
                <p14:nvPr/>
              </p14:nvContentPartPr>
              <p14:xfrm>
                <a:off x="7411958" y="1718813"/>
                <a:ext cx="185400" cy="2354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369378F-5940-6ABE-64C4-E7F0DCC8580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403318" y="1710173"/>
                  <a:ext cx="2030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CB5C887-4A2F-FC7C-E421-960AED013F55}"/>
                    </a:ext>
                  </a:extLst>
                </p14:cNvPr>
                <p14:cNvContentPartPr/>
                <p14:nvPr/>
              </p14:nvContentPartPr>
              <p14:xfrm>
                <a:off x="7639118" y="1822853"/>
                <a:ext cx="29520" cy="2221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CB5C887-4A2F-FC7C-E421-960AED013F5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630478" y="1813853"/>
                  <a:ext cx="471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2FE4DCC-612B-FECA-5EB5-64008F383E56}"/>
                    </a:ext>
                  </a:extLst>
                </p14:cNvPr>
                <p14:cNvContentPartPr/>
                <p14:nvPr/>
              </p14:nvContentPartPr>
              <p14:xfrm>
                <a:off x="7633358" y="1786133"/>
                <a:ext cx="89640" cy="892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2FE4DCC-612B-FECA-5EB5-64008F383E5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624358" y="1777493"/>
                  <a:ext cx="107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2BA283B-8E5C-F86E-4DCA-A20BD429AE25}"/>
                    </a:ext>
                  </a:extLst>
                </p14:cNvPr>
                <p14:cNvContentPartPr/>
                <p14:nvPr/>
              </p14:nvContentPartPr>
              <p14:xfrm>
                <a:off x="7729838" y="1595693"/>
                <a:ext cx="199080" cy="3157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2BA283B-8E5C-F86E-4DCA-A20BD429AE25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720838" y="1586693"/>
                  <a:ext cx="2167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8660897-9839-25EC-45B4-C5A62B4B78BB}"/>
                    </a:ext>
                  </a:extLst>
                </p14:cNvPr>
                <p14:cNvContentPartPr/>
                <p14:nvPr/>
              </p14:nvContentPartPr>
              <p14:xfrm>
                <a:off x="7844318" y="1782533"/>
                <a:ext cx="203040" cy="2566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8660897-9839-25EC-45B4-C5A62B4B78B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835318" y="1773893"/>
                  <a:ext cx="2206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E3C10AC-797A-B4EF-588A-DA0A7F5DCA1D}"/>
                    </a:ext>
                  </a:extLst>
                </p14:cNvPr>
                <p14:cNvContentPartPr/>
                <p14:nvPr/>
              </p14:nvContentPartPr>
              <p14:xfrm>
                <a:off x="8037638" y="1568333"/>
                <a:ext cx="223920" cy="4374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E3C10AC-797A-B4EF-588A-DA0A7F5DCA1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028638" y="1559333"/>
                  <a:ext cx="2415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2FCA965-A79D-324E-CF01-E36930159887}"/>
                    </a:ext>
                  </a:extLst>
                </p14:cNvPr>
                <p14:cNvContentPartPr/>
                <p14:nvPr/>
              </p14:nvContentPartPr>
              <p14:xfrm>
                <a:off x="8015318" y="1834013"/>
                <a:ext cx="151920" cy="64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2FCA965-A79D-324E-CF01-E3693015988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006318" y="1825373"/>
                  <a:ext cx="169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FEDE033-3F2A-09C8-1BA0-6A7B1E11CBF6}"/>
                    </a:ext>
                  </a:extLst>
                </p14:cNvPr>
                <p14:cNvContentPartPr/>
                <p14:nvPr/>
              </p14:nvContentPartPr>
              <p14:xfrm>
                <a:off x="8324918" y="1803413"/>
                <a:ext cx="317520" cy="1954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FEDE033-3F2A-09C8-1BA0-6A7B1E11CBF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316278" y="1794413"/>
                  <a:ext cx="33516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DDC83CB5-84E7-C965-24EA-991303BF6E16}"/>
              </a:ext>
            </a:extLst>
          </p:cNvPr>
          <p:cNvGrpSpPr/>
          <p:nvPr/>
        </p:nvGrpSpPr>
        <p:grpSpPr>
          <a:xfrm>
            <a:off x="7028918" y="3559133"/>
            <a:ext cx="2284200" cy="1189440"/>
            <a:chOff x="7028918" y="3559133"/>
            <a:chExt cx="2284200" cy="11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C19025C-AA98-EB4D-FBB3-495972C16EA9}"/>
                    </a:ext>
                  </a:extLst>
                </p14:cNvPr>
                <p14:cNvContentPartPr/>
                <p14:nvPr/>
              </p14:nvContentPartPr>
              <p14:xfrm>
                <a:off x="7147358" y="3923453"/>
                <a:ext cx="625320" cy="3366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C19025C-AA98-EB4D-FBB3-495972C16EA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138718" y="3914453"/>
                  <a:ext cx="6429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4A4C24C-162F-AA21-3028-2C078D49FDDF}"/>
                    </a:ext>
                  </a:extLst>
                </p14:cNvPr>
                <p14:cNvContentPartPr/>
                <p14:nvPr/>
              </p14:nvContentPartPr>
              <p14:xfrm>
                <a:off x="7882478" y="3922013"/>
                <a:ext cx="560520" cy="3092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4A4C24C-162F-AA21-3028-2C078D49FDD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873478" y="3913013"/>
                  <a:ext cx="5781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9E2B6FF-FD5E-9DC1-1E7A-F051C280CC8E}"/>
                    </a:ext>
                  </a:extLst>
                </p14:cNvPr>
                <p14:cNvContentPartPr/>
                <p14:nvPr/>
              </p14:nvContentPartPr>
              <p14:xfrm>
                <a:off x="8598878" y="3922013"/>
                <a:ext cx="692280" cy="3088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9E2B6FF-FD5E-9DC1-1E7A-F051C280CC8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589878" y="3913013"/>
                  <a:ext cx="7099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DC92DEA-D7A8-850D-F464-CA327E83E014}"/>
                    </a:ext>
                  </a:extLst>
                </p14:cNvPr>
                <p14:cNvContentPartPr/>
                <p14:nvPr/>
              </p14:nvContentPartPr>
              <p14:xfrm>
                <a:off x="7372718" y="3668933"/>
                <a:ext cx="12240" cy="2149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DC92DEA-D7A8-850D-F464-CA327E83E014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364078" y="3659933"/>
                  <a:ext cx="29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19A9659-80C0-2545-3426-A183EA76471D}"/>
                    </a:ext>
                  </a:extLst>
                </p14:cNvPr>
                <p14:cNvContentPartPr/>
                <p14:nvPr/>
              </p14:nvContentPartPr>
              <p14:xfrm>
                <a:off x="7910918" y="3559133"/>
                <a:ext cx="58680" cy="3848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19A9659-80C0-2545-3426-A183EA76471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902278" y="3550133"/>
                  <a:ext cx="763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4487EE6-C4C4-1E48-BB3C-068A8734E4AA}"/>
                    </a:ext>
                  </a:extLst>
                </p14:cNvPr>
                <p14:cNvContentPartPr/>
                <p14:nvPr/>
              </p14:nvContentPartPr>
              <p14:xfrm>
                <a:off x="8761958" y="3587933"/>
                <a:ext cx="58320" cy="3852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4487EE6-C4C4-1E48-BB3C-068A8734E4A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752958" y="3579293"/>
                  <a:ext cx="759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795A179-AA64-BF6A-5BBA-A1E424B62906}"/>
                    </a:ext>
                  </a:extLst>
                </p14:cNvPr>
                <p14:cNvContentPartPr/>
                <p14:nvPr/>
              </p14:nvContentPartPr>
              <p14:xfrm>
                <a:off x="7079318" y="4288133"/>
                <a:ext cx="299880" cy="3074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795A179-AA64-BF6A-5BBA-A1E424B6290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070318" y="4279493"/>
                  <a:ext cx="3175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EB6A37D-4563-C83C-CABB-2676BC56C48A}"/>
                    </a:ext>
                  </a:extLst>
                </p14:cNvPr>
                <p14:cNvContentPartPr/>
                <p14:nvPr/>
              </p14:nvContentPartPr>
              <p14:xfrm>
                <a:off x="7505918" y="4276613"/>
                <a:ext cx="226440" cy="2235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EB6A37D-4563-C83C-CABB-2676BC56C48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497278" y="4267613"/>
                  <a:ext cx="2440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FAAE63E-44DD-9AC3-6374-E5469F443904}"/>
                    </a:ext>
                  </a:extLst>
                </p14:cNvPr>
                <p14:cNvContentPartPr/>
                <p14:nvPr/>
              </p14:nvContentPartPr>
              <p14:xfrm>
                <a:off x="7028918" y="4338533"/>
                <a:ext cx="724680" cy="1929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FAAE63E-44DD-9AC3-6374-E5469F44390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020278" y="4329893"/>
                  <a:ext cx="742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5717A2E-8392-88D1-9304-D128233EBD21}"/>
                    </a:ext>
                  </a:extLst>
                </p14:cNvPr>
                <p14:cNvContentPartPr/>
                <p14:nvPr/>
              </p14:nvContentPartPr>
              <p14:xfrm>
                <a:off x="7959518" y="4212893"/>
                <a:ext cx="200880" cy="4892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5717A2E-8392-88D1-9304-D128233EBD2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950878" y="4204253"/>
                  <a:ext cx="21852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8878640-B146-1ACF-B5F9-9F321F0939D2}"/>
                    </a:ext>
                  </a:extLst>
                </p14:cNvPr>
                <p14:cNvContentPartPr/>
                <p14:nvPr/>
              </p14:nvContentPartPr>
              <p14:xfrm>
                <a:off x="8188838" y="4265093"/>
                <a:ext cx="209880" cy="3956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8878640-B146-1ACF-B5F9-9F321F0939D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180198" y="4256453"/>
                  <a:ext cx="2275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3212E6E-E078-18D5-EDE1-0E60D3201FAC}"/>
                    </a:ext>
                  </a:extLst>
                </p14:cNvPr>
                <p14:cNvContentPartPr/>
                <p14:nvPr/>
              </p14:nvContentPartPr>
              <p14:xfrm>
                <a:off x="7888238" y="4340333"/>
                <a:ext cx="676080" cy="2718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3212E6E-E078-18D5-EDE1-0E60D3201FA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879598" y="4331693"/>
                  <a:ext cx="6937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9BAF71D-3397-4E84-D6CB-9987BEB4A4C0}"/>
                    </a:ext>
                  </a:extLst>
                </p14:cNvPr>
                <p14:cNvContentPartPr/>
                <p14:nvPr/>
              </p14:nvContentPartPr>
              <p14:xfrm>
                <a:off x="8648918" y="4218653"/>
                <a:ext cx="350640" cy="5299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9BAF71D-3397-4E84-D6CB-9987BEB4A4C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639918" y="4210013"/>
                  <a:ext cx="36828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D481BD4-8847-9E5E-FE51-0BB53BE178D8}"/>
                    </a:ext>
                  </a:extLst>
                </p14:cNvPr>
                <p14:cNvContentPartPr/>
                <p14:nvPr/>
              </p14:nvContentPartPr>
              <p14:xfrm>
                <a:off x="9027998" y="4247813"/>
                <a:ext cx="219240" cy="3636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D481BD4-8847-9E5E-FE51-0BB53BE178D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019358" y="4238813"/>
                  <a:ext cx="2368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591A25B-43AD-CE2E-B50F-22F334984699}"/>
                    </a:ext>
                  </a:extLst>
                </p14:cNvPr>
                <p14:cNvContentPartPr/>
                <p14:nvPr/>
              </p14:nvContentPartPr>
              <p14:xfrm>
                <a:off x="8721278" y="4340333"/>
                <a:ext cx="591840" cy="1810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591A25B-43AD-CE2E-B50F-22F33498469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712278" y="4331333"/>
                  <a:ext cx="60948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714D9238-6AFD-6377-4C07-B34B911EB7F3}"/>
              </a:ext>
            </a:extLst>
          </p:cNvPr>
          <p:cNvGrpSpPr/>
          <p:nvPr/>
        </p:nvGrpSpPr>
        <p:grpSpPr>
          <a:xfrm>
            <a:off x="9589598" y="3765773"/>
            <a:ext cx="1679040" cy="455040"/>
            <a:chOff x="9589598" y="3765773"/>
            <a:chExt cx="167904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5428937-CA56-CF3C-F90A-4B0F1E18ACD4}"/>
                    </a:ext>
                  </a:extLst>
                </p14:cNvPr>
                <p14:cNvContentPartPr/>
                <p14:nvPr/>
              </p14:nvContentPartPr>
              <p14:xfrm>
                <a:off x="9596078" y="3877373"/>
                <a:ext cx="23040" cy="3434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5428937-CA56-CF3C-F90A-4B0F1E18ACD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587078" y="3868733"/>
                  <a:ext cx="406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AE77CDF-614C-CB5B-B0D9-DF480D842594}"/>
                    </a:ext>
                  </a:extLst>
                </p14:cNvPr>
                <p14:cNvContentPartPr/>
                <p14:nvPr/>
              </p14:nvContentPartPr>
              <p14:xfrm>
                <a:off x="9652958" y="3765773"/>
                <a:ext cx="622080" cy="1234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AE77CDF-614C-CB5B-B0D9-DF480D84259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644318" y="3756773"/>
                  <a:ext cx="639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21B28C3-CB3C-B13D-2C3B-79E4B32188EB}"/>
                    </a:ext>
                  </a:extLst>
                </p14:cNvPr>
                <p14:cNvContentPartPr/>
                <p14:nvPr/>
              </p14:nvContentPartPr>
              <p14:xfrm>
                <a:off x="9589598" y="4148093"/>
                <a:ext cx="910080" cy="586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21B28C3-CB3C-B13D-2C3B-79E4B32188E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580598" y="4139093"/>
                  <a:ext cx="9277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B5E5F39-4225-2CEF-22E0-FBED6C1309D1}"/>
                    </a:ext>
                  </a:extLst>
                </p14:cNvPr>
                <p14:cNvContentPartPr/>
                <p14:nvPr/>
              </p14:nvContentPartPr>
              <p14:xfrm>
                <a:off x="10284038" y="3807893"/>
                <a:ext cx="51840" cy="2944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B5E5F39-4225-2CEF-22E0-FBED6C1309D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275038" y="3798893"/>
                  <a:ext cx="694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B0633C9-DDB1-8AE4-17DF-9E120BEB0365}"/>
                    </a:ext>
                  </a:extLst>
                </p14:cNvPr>
                <p14:cNvContentPartPr/>
                <p14:nvPr/>
              </p14:nvContentPartPr>
              <p14:xfrm>
                <a:off x="10392398" y="3784133"/>
                <a:ext cx="876240" cy="3610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B0633C9-DDB1-8AE4-17DF-9E120BEB0365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383758" y="3775493"/>
                  <a:ext cx="893880" cy="37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47581B49-7A08-4243-5886-7E477200FD53}"/>
                  </a:ext>
                </a:extLst>
              </p14:cNvPr>
              <p14:cNvContentPartPr/>
              <p14:nvPr/>
            </p14:nvContentPartPr>
            <p14:xfrm>
              <a:off x="5295158" y="1845893"/>
              <a:ext cx="607320" cy="32472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47581B49-7A08-4243-5886-7E477200FD53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5286518" y="1837253"/>
                <a:ext cx="624960" cy="34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108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10496</TotalTime>
  <Words>12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Berkin Kartal</dc:creator>
  <cp:lastModifiedBy>Berkin Kartal</cp:lastModifiedBy>
  <cp:revision>1</cp:revision>
  <dcterms:created xsi:type="dcterms:W3CDTF">2023-10-18T07:52:12Z</dcterms:created>
  <dcterms:modified xsi:type="dcterms:W3CDTF">2023-10-25T14:48:48Z</dcterms:modified>
</cp:coreProperties>
</file>